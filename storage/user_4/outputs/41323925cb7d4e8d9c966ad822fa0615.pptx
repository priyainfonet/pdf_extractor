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Lorem ipsum</a:t>
            </a:r>
          </a:p>
          <a:p>
            <a:pPr>
              <a:defRPr sz="1400"/>
            </a:pPr>
            <a:r>
              <a:t>Lorem ipsum dolor sit amet, consectetur adipiscing</a:t>
            </a:r>
          </a:p>
          <a:p>
            <a:pPr>
              <a:defRPr sz="1400"/>
            </a:pPr>
            <a:r>
              <a:t>elit. Nunc ac faucibus odio.</a:t>
            </a:r>
          </a:p>
          <a:p>
            <a:pPr>
              <a:defRPr sz="1400"/>
            </a:pPr>
            <a:r>
              <a:t>Vestibulum neque massa, scelerisque sit amet ligula eu, congue molestie mi. Praesent ut</a:t>
            </a:r>
          </a:p>
          <a:p>
            <a:pPr>
              <a:defRPr sz="1400"/>
            </a:pPr>
            <a:r>
              <a:t>varius sem. Nullam at porttitor arcu, nec lacinia nisi. Ut ac dolor vitae odio interdum</a:t>
            </a:r>
          </a:p>
          <a:p>
            <a:pPr>
              <a:defRPr sz="1400"/>
            </a:pPr>
            <a:r>
              <a:t>condimentum. Vivamus dapibus sodales ex, vitae malesuada ipsum cursus</a:t>
            </a:r>
          </a:p>
          <a:p>
            <a:pPr>
              <a:defRPr sz="1400"/>
            </a:pPr>
            <a:r>
              <a:t>convallis. Maecenas sed egestas nulla, ac condimentum orci. Mauris diam felis,</a:t>
            </a:r>
          </a:p>
          <a:p>
            <a:pPr>
              <a:defRPr sz="1400"/>
            </a:pPr>
            <a:r>
              <a:t>vulputate ac suscipit et, iaculis non est. Curabitur semper arcu ac ligula semper, nec luctus</a:t>
            </a:r>
          </a:p>
          <a:p>
            <a:pPr>
              <a:defRPr sz="1400"/>
            </a:pPr>
            <a:r>
              <a:t>nisl blandit. Integer lacinia ante ac libero lobortis imperdiet. Nullam mollis convallis ipsum,</a:t>
            </a:r>
          </a:p>
          <a:p>
            <a:pPr>
              <a:defRPr sz="1400"/>
            </a:pPr>
            <a:r>
              <a:t>ac accumsan nunc vehicula vitae. Nulla eget justo in felis tristique fringilla. Morbi sit amet</a:t>
            </a:r>
          </a:p>
          <a:p>
            <a:pPr>
              <a:defRPr sz="1400"/>
            </a:pPr>
            <a:r>
              <a:t>tortor quis risus auctor condimentum. Morbi in ullamcorper elit. Nulla iaculis tellus sit amet</a:t>
            </a:r>
          </a:p>
          <a:p>
            <a:pPr>
              <a:defRPr sz="1400"/>
            </a:pPr>
            <a:r>
              <a:t>mauris tempus fringilla.</a:t>
            </a:r>
          </a:p>
          <a:p>
            <a:pPr>
              <a:defRPr sz="1400"/>
            </a:pPr>
            <a:r>
              <a:t>Maecenas mauris lectus, lobortis et purus mattis, blandit dictum tellus.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1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 Maecenas non lorem quis tellus placerat varius.</a:t>
            </a:r>
          </a:p>
          <a:p>
            <a:pPr>
              <a:defRPr sz="1400"/>
            </a:pPr>
            <a:r>
              <a:t> Nulla facilisi.</a:t>
            </a:r>
          </a:p>
          <a:p>
            <a:pPr>
              <a:defRPr sz="1400"/>
            </a:pPr>
            <a:r>
              <a:t> Aenean congue fringilla justo ut aliquam.</a:t>
            </a:r>
          </a:p>
          <a:p>
            <a:pPr>
              <a:defRPr sz="1400"/>
            </a:pPr>
            <a:r>
              <a:t></a:t>
            </a:r>
          </a:p>
          <a:p>
            <a:pPr>
              <a:defRPr sz="1400"/>
            </a:pPr>
            <a:r>
              <a:t>Mauris id ex erat. Nunc vulputate neque vitae justo facilisis, non condimentum ante</a:t>
            </a:r>
          </a:p>
          <a:p>
            <a:pPr>
              <a:defRPr sz="1400"/>
            </a:pPr>
            <a:r>
              <a:t>sagittis.</a:t>
            </a:r>
          </a:p>
          <a:p>
            <a:pPr>
              <a:defRPr sz="1400"/>
            </a:pPr>
            <a:r>
              <a:t> Morbi viverra semper lorem nec molestie.</a:t>
            </a:r>
          </a:p>
          <a:p>
            <a:pPr>
              <a:defRPr sz="1400"/>
            </a:pPr>
            <a:r>
              <a:t> Maecenas tincidunt est efficitur ligula euismod, sit amet ornare est vulputate.</a:t>
            </a:r>
          </a:p>
          <a:p>
            <a:pPr>
              <a:defRPr sz="1400"/>
            </a:pPr>
            <a:r>
              <a:t>12</a:t>
            </a:r>
          </a:p>
          <a:p>
            <a:pPr>
              <a:defRPr sz="1400"/>
            </a:pPr>
            <a:r>
              <a:t>10</a:t>
            </a:r>
          </a:p>
          <a:p>
            <a:pPr>
              <a:defRPr sz="1400"/>
            </a:pPr>
            <a:r>
              <a:t>8</a:t>
            </a:r>
          </a:p>
          <a:p>
            <a:pPr>
              <a:defRPr sz="1400"/>
            </a:pPr>
            <a:r>
              <a:t>Column 1</a:t>
            </a:r>
          </a:p>
          <a:p>
            <a:pPr>
              <a:defRPr sz="1400"/>
            </a:pPr>
            <a:r>
              <a:t>6</a:t>
            </a:r>
          </a:p>
          <a:p>
            <a:pPr>
              <a:defRPr sz="1400"/>
            </a:pPr>
            <a:r>
              <a:t>Column 2</a:t>
            </a:r>
          </a:p>
          <a:p>
            <a:pPr>
              <a:defRPr sz="1400"/>
            </a:pPr>
            <a:r>
              <a:t>4 Column 3</a:t>
            </a:r>
          </a:p>
          <a:p>
            <a:pPr>
              <a:defRPr sz="1400"/>
            </a:pPr>
            <a:r>
              <a:t>2</a:t>
            </a:r>
          </a:p>
          <a:p>
            <a:pPr>
              <a:defRPr sz="1400"/>
            </a:pPr>
            <a:r>
              <a:t>0</a:t>
            </a:r>
          </a:p>
          <a:p>
            <a:pPr>
              <a:defRPr sz="1400"/>
            </a:pPr>
            <a:r>
              <a:t>Row 1 Row 2 Row 3 Row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 non mauris justo. Duis vehicula mi vel mi pretium, a viverra erat efficitur. Cras aliquam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est ac eros varius, id iaculis dui auctor. Duis pretium neque ligula, et pulvinar mi placerat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et. Nulla nec nunc sit amet nunc posuere vestibulum. Ut id neque eget tortor mattis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tristique. Donec ante est, blandit sit amet tristique vel, lacinia pulvinar arcu. Pellentesque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scelerisque fermentum erat, id posuere justo pulvinar ut. Cras id eros sed enim aliquam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lobortis. Sed lobortis nisl ut eros efficitur tincidunt. Cras justo mi, porttitor quis mattis vel,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ultricies ut purus. Ut facilisis et lacus eu cursus.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 eleifend velit vitae libero sollicitudin euismod. Fusce vitae vestibulum velit. Pellentesque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vulputate lectus quis pellentesque commodo. Aliquam erat volutpat. Vestibulum in egestas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velit. Pellentesque fermentum nisl vitae fringilla venenatis. Etiam id mauris vitae orci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maximus ultricies.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Cras fringilla ipsum magna, in fringilla dui commodo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a.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Lorem 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Lorem 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Lorem ipsum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 eleifend velit vitae libero sollicitudin euismod.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Cras fringilla ipsum magna, in fringilla dui commodo</a:t>
                      </a:r>
                    </a:p>
                    <a:p>
                      <a:pPr>
                        <a:defRPr sz="1100"/>
                      </a:pPr>
                      <a:r>
                        <a:t>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Aliquam erat volutpat.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Fusce vitae vestibulum velit.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Etiam vehicula luctus fermentum.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Etiam vehicula luctus fermentum. In vel metus congue, pulvinar lectus vel, fermentum dui.</a:t>
                      </a:r>
                    </a:p>
                    <a:p>
                      <a:pPr>
                        <a:defRPr sz="1100"/>
                      </a:pPr>
                      <a:r>
                        <a:t>Maecenas ante orci, egestas ut aliquet sit amet, sagittis a magna. Aliquam ante quam,</a:t>
                      </a:r>
                    </a:p>
                    <a:p>
                      <a:pPr>
                        <a:defRPr sz="1100"/>
                      </a:pPr>
                      <a:r>
                        <a:t>pellentesque ut dignissim quis, laoreet eget est. Aliquam erat volutpat. Class aptent taciti</a:t>
                      </a:r>
                    </a:p>
                    <a:p>
                      <a:pPr>
                        <a:defRPr sz="1100"/>
                      </a:pPr>
                      <a:r>
                        <a:t>sociosqu ad litora torquent per conubia nostra, per inceptos himenaeos. Ut ullamcorper</a:t>
                      </a:r>
                    </a:p>
                    <a:p>
                      <a:pPr>
                        <a:defRPr sz="1100"/>
                      </a:pPr>
                      <a:r>
                        <a:t>justo sapien, in cursus libero viverra eget. Vivamus auctor imperdiet urna, at pulvinar leo</a:t>
                      </a:r>
                    </a:p>
                    <a:p>
                      <a:pPr>
                        <a:defRPr sz="1100"/>
                      </a:pPr>
                      <a:r>
                        <a:t>posuere laoreet. Suspendisse neque nisl, fringilla at iaculis scelerisque, ornare vel dolor. Ut</a:t>
                      </a:r>
                    </a:p>
                    <a:p>
                      <a:pPr>
                        <a:defRPr sz="1100"/>
                      </a:pPr>
                      <a:r>
                        <a:t>et pulvinar nunc. Pellentesque fringilla mollis efficitur. Nullam venenatis commodo</a:t>
                      </a:r>
                    </a:p>
                    <a:p>
                      <a:pPr>
                        <a:defRPr sz="1100"/>
                      </a:pPr>
                      <a:r>
                        <a:t>imperdiet. Morbi velit neque, semper quis lorem quis, efficitur dignissim ipsum. Ut ac lorem</a:t>
                      </a:r>
                    </a:p>
                    <a:p>
                      <a:pPr>
                        <a:defRPr sz="1100"/>
                      </a:pPr>
                      <a:r>
                        <a:t>sed turpis imperdiet eleifend sit amet id sapien.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112745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In non mauris justo. Duis vehicula mi vel mi pretium, a viverra erat efficitur. Cras aliquam</a:t>
            </a:r>
          </a:p>
          <a:p>
            <a:pPr>
              <a:defRPr sz="1400"/>
            </a:pPr>
            <a:r>
              <a:t>est ac eros varius, id iaculis dui auctor. Duis pretium neque ligula, et pulvinar mi placerat</a:t>
            </a:r>
          </a:p>
          <a:p>
            <a:pPr>
              <a:defRPr sz="1400"/>
            </a:pPr>
            <a:r>
              <a:t>et. Nulla nec nunc sit amet nunc posuere vestibulum. Ut id neque eget tortor mattis</a:t>
            </a:r>
          </a:p>
          <a:p>
            <a:pPr>
              <a:defRPr sz="1400"/>
            </a:pPr>
            <a:r>
              <a:t>tristique. Donec ante est, blandit sit amet tristique vel, lacinia pulvinar arcu. Pellentesque</a:t>
            </a:r>
          </a:p>
          <a:p>
            <a:pPr>
              <a:defRPr sz="1400"/>
            </a:pPr>
            <a:r>
              <a:t>scelerisque fermentum erat, id posuere justo pulvinar ut. Cras id eros sed enim aliquam</a:t>
            </a:r>
          </a:p>
          <a:p>
            <a:pPr>
              <a:defRPr sz="1400"/>
            </a:pPr>
            <a:r>
              <a:t>lobortis. Sed lobortis nisl ut eros efficitur tincidunt. Cras justo mi, porttitor quis mattis vel,</a:t>
            </a:r>
          </a:p>
          <a:p>
            <a:pPr>
              <a:defRPr sz="1400"/>
            </a:pPr>
            <a:r>
              <a:t>ultricies ut purus. Ut facilisis et lacus eu cursus.</a:t>
            </a:r>
          </a:p>
          <a:p>
            <a:pPr>
              <a:defRPr sz="1400"/>
            </a:pPr>
            <a:r>
              <a:t>In eleifend velit vitae libero sollicitudin euismod. Fusce vitae vestibulum velit. Pellentesque</a:t>
            </a:r>
          </a:p>
          <a:p>
            <a:pPr>
              <a:defRPr sz="1400"/>
            </a:pPr>
            <a:r>
              <a:t>vulputate lectus quis pellentesque commodo. Aliquam erat volutpat. Vestibulum in egestas</a:t>
            </a:r>
          </a:p>
          <a:p>
            <a:pPr>
              <a:defRPr sz="1400"/>
            </a:pPr>
            <a:r>
              <a:t>velit. Pellentesque fermentum nisl vitae fringilla venenatis. Etiam id mauris vitae orci</a:t>
            </a:r>
          </a:p>
          <a:p>
            <a:pPr>
              <a:defRPr sz="1400"/>
            </a:pPr>
            <a:r>
              <a:t>maximus ultricies.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2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Cras fringilla ipsum magna, in fringilla dui commodo</a:t>
            </a:r>
          </a:p>
          <a:p>
            <a:pPr>
              <a:defRPr sz="1400"/>
            </a:pPr>
            <a:r>
              <a:t>a.</a:t>
            </a:r>
          </a:p>
          <a:p>
            <a:pPr>
              <a:defRPr sz="1400"/>
            </a:pPr>
            <a:r>
              <a:t>2 Cras fringilla ipsum magna, in fringilla dui commodo Ipsum</a:t>
            </a:r>
          </a:p>
          <a:p>
            <a:pPr>
              <a:defRPr sz="1400"/>
            </a:pPr>
            <a:r>
              <a:t>a.</a:t>
            </a:r>
          </a:p>
          <a:p>
            <a:pPr>
              <a:defRPr sz="1400"/>
            </a:pPr>
            <a:r>
              <a:t>Etiam vehicula luctus fermentum. In vel metus congue, pulvinar lectus vel, fermentum dui.</a:t>
            </a:r>
          </a:p>
          <a:p>
            <a:pPr>
              <a:defRPr sz="1400"/>
            </a:pPr>
            <a:r>
              <a:t>Maecenas ante orci, egestas ut aliquet sit amet, sagittis a magna. Aliquam ante quam,</a:t>
            </a:r>
          </a:p>
          <a:p>
            <a:pPr>
              <a:defRPr sz="1400"/>
            </a:pPr>
            <a:r>
              <a:t>pellentesque ut dignissim quis, laoreet eget est. Aliquam erat volutpat. Class aptent taciti</a:t>
            </a:r>
          </a:p>
          <a:p>
            <a:pPr>
              <a:defRPr sz="1400"/>
            </a:pPr>
            <a:r>
              <a:t>sociosqu ad litora torquent per conubia nostra, per inceptos himenaeos. Ut ullamcorper</a:t>
            </a:r>
          </a:p>
          <a:p>
            <a:pPr>
              <a:defRPr sz="1400"/>
            </a:pPr>
            <a:r>
              <a:t>justo sapien, in cursus libero viverra eget. Vivamus auctor imperdiet urna, at pulvinar leo</a:t>
            </a:r>
          </a:p>
          <a:p>
            <a:pPr>
              <a:defRPr sz="1400"/>
            </a:pPr>
            <a:r>
              <a:t>posuere laoreet. Suspendisse neque nisl, fringilla at iaculis scelerisque, ornare vel dolor. Ut</a:t>
            </a:r>
          </a:p>
          <a:p>
            <a:pPr>
              <a:defRPr sz="1400"/>
            </a:pPr>
            <a:r>
              <a:t>et pulvinar nunc. Pellentesque fringilla mollis efficitur. Nullam venenatis commodo</a:t>
            </a:r>
          </a:p>
          <a:p>
            <a:pPr>
              <a:defRPr sz="1400"/>
            </a:pPr>
            <a:r>
              <a:t>imperdiet. Morbi velit neque, semper quis lorem quis, efficitur dignissim ipsum. Ut ac lorem</a:t>
            </a:r>
          </a:p>
          <a:p>
            <a:pPr>
              <a:defRPr sz="1400"/>
            </a:pPr>
            <a:r>
              <a:t>sed turpis imperdiet eleifend sit amet id sapien.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Lorem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ipsum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dolor sit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amet,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consectetur adip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iscing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elit.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Nunc ac fauc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ibus odio.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Vestibulum neq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ue massa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, scelerisque sit amet ligul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 eu, congue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molestie mi.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Praesent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 varius sem.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ullam at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orttitor arcu, nec lacinia 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si. Ut ac dolor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vitae odio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terdum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ndimentum. Viv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amus 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ibus sodales ex, vitae 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esuada ipsum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cursus conva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llis. Maec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enas sed egesta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 nulla,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 condimentum orci. Mau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ris diam felis,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vulputate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suscipit 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, iaculis non 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Curabitur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semper arcu ac ligula semp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er, nec luctus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nisl blandit.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nteger laci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nia ante ac liber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 lobortis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imperdiet. Nullam mollis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nvallis ipsum,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3 (continued)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 accumsan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nunc vehi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cula vitae. Nulla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eget just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 in felis tristique fringilla.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Morbi sit amet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tortor quis 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 auctor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condimentum.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orbi in 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amcorper elit. Nulla iaculis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ellus sit amet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mauris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 fringilla.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nas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uris lectus,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loborti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 et purus mattis,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landit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tum 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Maecenas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 lorem qu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 tellus placera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 varius.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ulla facilisi. Aenean congue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fringilla justo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ut aliquam.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auris id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 erat. Nunc vulp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utate neq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ue vitae justo facilisis, 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condimentum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ante sagittis.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Morbi viv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erra semper 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 nec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olestie. Maecenas tincidun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 est efficitur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3 (continued)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ligula euismo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d, sit ame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 ornare est vulp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utate.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 non mauri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 justo. 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 vehicula mi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el mi preti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um, a viverra erat efficitur.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Cras aliquam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est ac eros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arius, id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culis dui auctor.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Duis pret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ium neque ligula, et pulvin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ar mi placerat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et. Nulla nec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nunc 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amet nunc 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uere vest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ibulum. Ut id neque eget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tortor mattis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tristique. 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ec ante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st, blandit sit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 tristiqu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 vel, lacinia pulvinar arcu.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Pellentesque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scelerisque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erat, id posuere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justo pul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vinar ut. Cras id eros 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enim aliquam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lobortis. 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lobortis 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sl ut eros efficitu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 tincidun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t. Cras justo mi, porttitor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uis mattis vel,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ultricies ut 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rus. Ut fac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ilisis et lacus 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cursus.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3 (continued)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 eleif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end 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 vitae liber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 sollic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itudin euismod.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Fusce vitae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vestibulum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velit. Pellentes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que vulpu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tate lectus quis pellentesq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ue commodo.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Aliquam erat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volutpat.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Vestibulum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egestas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elit. Pellentesque ferment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um nisl vitae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fringilla 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enatis. Eti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am id mauris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itae orci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maximus ultricies. Cras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ringilla ipsum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magna, in fri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ngilla dui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ommodo 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Etiam vehicu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 luctus 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rmentum. In 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metus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ngue, pulvinar lectus vel, 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rmentum dui.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Maecenas 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 orci,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gestas ut aliquet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sit amet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, sagittis a magna. Aliqua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 ante quam,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3 (continued)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pellentesque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ut digniss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 quis, laoreet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eget est.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Aliquam erat volutpat. Clas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 aptent taciti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sociosqu 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litora torq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uent per conubi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 nostra,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 inceptos himenaeos.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 ullamcorper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justo sapien,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 cursus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libero viverra 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et. Vivam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 auctor imperdiet urna,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 pulvinar leo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posuere laore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et. Suspe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ndisse neque nisl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, fringilla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 iaculis scelerisque, ornar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 vel dolor. 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 pulvinar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nunc. 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lentesque fringi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lla mollis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efficitur. Nullam venena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tis commodo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imperdiet.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orbi velit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eque, semper qu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 lorem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uis, efficitur dignissim ipsu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m. Ut ac lorem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sed turpis 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perdiet ele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ifend sit amet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sapien.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