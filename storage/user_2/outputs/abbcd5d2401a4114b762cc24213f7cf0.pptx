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SALARY COMPONENTS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MONTHLY AMOUNT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ANNUAL AMOUNT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Earnings</a:t>
                      </a:r>
                    </a:p>
                    <a:p>
                      <a:pPr>
                        <a:defRPr sz="1100"/>
                      </a:pPr>
                      <a:r>
                        <a:t>Basic</a:t>
                      </a:r>
                    </a:p>
                    <a:p>
                      <a:pPr>
                        <a:defRPr sz="1100"/>
                      </a:pPr>
                      <a:r>
                        <a:t>House Rent Allowance</a:t>
                      </a:r>
                    </a:p>
                    <a:p>
                      <a:pPr>
                        <a:defRPr sz="1100"/>
                      </a:pPr>
                      <a:r>
                        <a:t>Fixed Allowance</a:t>
                      </a:r>
                    </a:p>
                    <a:p>
                      <a:pPr>
                        <a:defRPr sz="1100"/>
                      </a:pPr>
                      <a:r>
                        <a:t>Benefits</a:t>
                      </a:r>
                    </a:p>
                    <a:p>
                      <a:pPr>
                        <a:defRPr sz="1100"/>
                      </a:pPr>
                      <a:r>
                        <a:t>EPF - Employer Contribution</a:t>
                      </a:r>
                    </a:p>
                    <a:p>
                      <a:pPr>
                        <a:defRPr sz="1100"/>
                      </a:pPr>
                      <a:r>
                        <a:t>Gratuity - Employer Contribution</a:t>
                      </a:r>
                    </a:p>
                    <a:p>
                      <a:pPr>
                        <a:defRPr sz="1100"/>
                      </a:pPr>
                      <a:r>
                        <a:t>Insurance - Employer Contribution</a:t>
                      </a:r>
                    </a:p>
                    <a:p>
                      <a:pPr>
                        <a:defRPr sz="1100"/>
                      </a:pPr>
                      <a:r>
                        <a:t>ESIC-Employee &amp; Employer - Employer</a:t>
                      </a:r>
                    </a:p>
                    <a:p>
                      <a:pPr>
                        <a:defRPr sz="1100"/>
                      </a:pPr>
                      <a:r>
                        <a:t>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₹12,917.00</a:t>
                      </a:r>
                    </a:p>
                    <a:p>
                      <a:pPr>
                        <a:defRPr sz="1100"/>
                      </a:pPr>
                      <a:r>
                        <a:t>₹6,459.00</a:t>
                      </a:r>
                    </a:p>
                    <a:p>
                      <a:pPr>
                        <a:defRPr sz="1100"/>
                      </a:pPr>
                      <a:r>
                        <a:t>₹2,993.00</a:t>
                      </a:r>
                    </a:p>
                    <a:p>
                      <a:pPr>
                        <a:defRPr sz="1100"/>
                      </a:pPr>
                      <a:r>
                        <a:t>₹1,909.00</a:t>
                      </a:r>
                    </a:p>
                    <a:p>
                      <a:pPr>
                        <a:defRPr sz="1100"/>
                      </a:pPr>
                      <a:r>
                        <a:t>₹621.00</a:t>
                      </a:r>
                    </a:p>
                    <a:p>
                      <a:pPr>
                        <a:defRPr sz="1100"/>
                      </a:pPr>
                      <a:r>
                        <a:t>₹417.00</a:t>
                      </a:r>
                    </a:p>
                    <a:p>
                      <a:pPr>
                        <a:defRPr sz="1100"/>
                      </a:pPr>
                      <a:r>
                        <a:t>₹517.00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₹1,55,004.00</a:t>
                      </a:r>
                    </a:p>
                    <a:p>
                      <a:pPr>
                        <a:defRPr sz="1100"/>
                      </a:pPr>
                      <a:r>
                        <a:t>₹77,508.00</a:t>
                      </a:r>
                    </a:p>
                    <a:p>
                      <a:pPr>
                        <a:defRPr sz="1100"/>
                      </a:pPr>
                      <a:r>
                        <a:t>₹35,916.00</a:t>
                      </a:r>
                    </a:p>
                    <a:p>
                      <a:pPr>
                        <a:defRPr sz="1100"/>
                      </a:pPr>
                      <a:r>
                        <a:t>₹22,908.00</a:t>
                      </a:r>
                    </a:p>
                    <a:p>
                      <a:pPr>
                        <a:defRPr sz="1100"/>
                      </a:pPr>
                      <a:r>
                        <a:t>₹7,452.00</a:t>
                      </a:r>
                    </a:p>
                    <a:p>
                      <a:pPr>
                        <a:defRPr sz="1100"/>
                      </a:pPr>
                      <a:r>
                        <a:t>₹5,004.00</a:t>
                      </a:r>
                    </a:p>
                    <a:p>
                      <a:pPr>
                        <a:defRPr sz="1100"/>
                      </a:pPr>
                      <a:r>
                        <a:t>₹6,204.00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COST TO 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₹25,833.00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₹3,10,000.00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377440"/>
            <a:ext cx="112745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InfonetSCA IT Pvt Ltd</a:t>
            </a:r>
          </a:p>
          <a:p>
            <a:pPr>
              <a:defRPr sz="1400"/>
            </a:pPr>
            <a:r>
              <a:t>721/1/1 LIC Colony, Prashant Nagar, Navi Peth, Pune Maharashtra 411030 India</a:t>
            </a:r>
          </a:p>
          <a:p>
            <a:pPr>
              <a:defRPr sz="1400"/>
            </a:pPr>
            <a:r>
              <a:t>SALARY STRUCTURE</a:t>
            </a:r>
          </a:p>
          <a:p>
            <a:pPr>
              <a:defRPr sz="1400"/>
            </a:pPr>
            <a:r>
              <a:t>Employee Name Designation Date of Joining Salary Effective From</a:t>
            </a:r>
          </a:p>
          <a:p>
            <a:pPr>
              <a:defRPr sz="1400"/>
            </a:pPr>
            <a:r>
              <a:t>Priya Santosh Deshpande, Software Engineer 01/09/2026 September, 2026</a:t>
            </a:r>
          </a:p>
          <a:p>
            <a:pPr>
              <a:defRPr sz="1400"/>
            </a:pPr>
            <a:r>
              <a:t>C1179849</a:t>
            </a:r>
          </a:p>
          <a:p>
            <a:pPr>
              <a:defRPr sz="1400"/>
            </a:pPr>
            <a:r>
              <a:t>SALARY COMPONENTS MONTHLY AMOUNT ANNUAL AMOUNT</a:t>
            </a:r>
          </a:p>
          <a:p>
            <a:pPr>
              <a:defRPr sz="1400"/>
            </a:pPr>
            <a:r>
              <a:t>Earnings</a:t>
            </a:r>
          </a:p>
          <a:p>
            <a:pPr>
              <a:defRPr sz="1400"/>
            </a:pPr>
            <a:r>
              <a:t>Basic ₹12,917.00 ₹1,55,004.00</a:t>
            </a:r>
          </a:p>
          <a:p>
            <a:pPr>
              <a:defRPr sz="1400"/>
            </a:pPr>
            <a:r>
              <a:t>House Rent Allowance ₹6,459.00 ₹77,508.00</a:t>
            </a:r>
          </a:p>
          <a:p>
            <a:pPr>
              <a:defRPr sz="1400"/>
            </a:pPr>
            <a:r>
              <a:t>Fixed Allowance ₹2,993.00 ₹35,916.00</a:t>
            </a:r>
          </a:p>
          <a:p>
            <a:pPr>
              <a:defRPr sz="1400"/>
            </a:pPr>
            <a:r>
              <a:t>Benefits</a:t>
            </a:r>
          </a:p>
          <a:p>
            <a:pPr>
              <a:defRPr sz="1400"/>
            </a:pPr>
            <a:r>
              <a:t>EPF - Employer Contribution ₹1,909.00 ₹22,908.00</a:t>
            </a:r>
          </a:p>
          <a:p>
            <a:pPr>
              <a:defRPr sz="1400"/>
            </a:pPr>
            <a:r>
              <a:t>Gratuity - Employer Contribution ₹621.00 ₹7,452.00</a:t>
            </a:r>
          </a:p>
          <a:p>
            <a:pPr>
              <a:defRPr sz="1400"/>
            </a:pPr>
            <a:r>
              <a:t>Insurance - Employer Contribution ₹417.00 ₹5,004.00</a:t>
            </a:r>
          </a:p>
          <a:p>
            <a:pPr>
              <a:defRPr sz="1400"/>
            </a:pPr>
            <a:r>
              <a:t>ESIC-Employee &amp; Employer - Employer</a:t>
            </a:r>
          </a:p>
          <a:p>
            <a:pPr>
              <a:defRPr sz="1400"/>
            </a:pPr>
            <a:r>
              <a:t>₹517.00 ₹6,204.00</a:t>
            </a:r>
          </a:p>
          <a:p>
            <a:pPr>
              <a:defRPr sz="1400"/>
            </a:pPr>
            <a:r>
              <a:t>Contribution</a:t>
            </a:r>
          </a:p>
          <a:p>
            <a:pPr>
              <a:defRPr sz="1400"/>
            </a:pPr>
            <a:r>
              <a:t>COST TO COMPANY ₹25,833.00 ₹3,10,000.00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