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172443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43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164" y="199909"/>
            <a:ext cx="1520807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Tax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1261" y="252059"/>
            <a:ext cx="984077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e-Invoice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634" y="443277"/>
            <a:ext cx="7173779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SU    O     O 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0028" y="651877"/>
            <a:ext cx="6663021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AUTHORISED OPERATIONS UNDER BOND OR LETTER OF UNDERTAKING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179" y="877862"/>
            <a:ext cx="2819345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WITHOUT PAYMENT OF IGST)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181" y="1799183"/>
            <a:ext cx="499289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IRN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00" y="1816566"/>
            <a:ext cx="5122088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:2b17767d2e353a441d8c2def340f17101bd50806b006e6-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68" y="2042551"/>
            <a:ext cx="1979624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fe455de7aa5fb30e44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524" y="2259843"/>
            <a:ext cx="845566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Ack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159" y="2277227"/>
            <a:ext cx="193633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：122214587611802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524" y="2494519"/>
            <a:ext cx="2135448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Ack Date : 26-Oct-22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210" y="3068172"/>
            <a:ext cx="148617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TravelsWorld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8943" y="3094247"/>
            <a:ext cx="1070647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Invoice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1539" y="3120322"/>
            <a:ext cx="663771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210" y="3311540"/>
            <a:ext cx="2689491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Shop No 104 Vaidehi Saket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867" y="3554907"/>
            <a:ext cx="1659317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Pune-13 411021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4315" y="3346306"/>
            <a:ext cx="1347668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TWPUN-027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4315" y="3589674"/>
            <a:ext cx="1304383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Delivery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4225" y="3624441"/>
            <a:ext cx="2204704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Mode/Terms of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2882" y="3381073"/>
            <a:ext cx="113990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26-Oct-22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554" y="3780892"/>
            <a:ext cx="216141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Maharashtra, 411021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554" y="4250244"/>
            <a:ext cx="3615782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State Name : Maharashtra, Code :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867" y="4024260"/>
            <a:ext cx="3130995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GSTIN/UIN: 27AAEFT7984Q1Z1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2972" y="4119868"/>
            <a:ext cx="2022908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Reference No. &amp;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882" y="4145943"/>
            <a:ext cx="1633347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Other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554" y="4484920"/>
            <a:ext cx="2983827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E-Mail: info@travelsworld.com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554" y="4728288"/>
            <a:ext cx="127841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Buyer (Bill to)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2972" y="4406695"/>
            <a:ext cx="250769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27.08.2022 to 30.09.2022 dt. 26-Oct-22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1629" y="4658754"/>
            <a:ext cx="1624689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Buyer's Order No.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5569" y="4658754"/>
            <a:ext cx="681085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Dated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897" y="4997731"/>
            <a:ext cx="4827752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Labcorp Scientific Services &amp; Solutions Pvt.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897" y="5223715"/>
            <a:ext cx="3503242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Qubix Business Park Pvt. Ltd. (SEZ),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4315" y="5154181"/>
            <a:ext cx="1607376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Dispatch Doc No.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4225" y="5197640"/>
            <a:ext cx="1711258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Delivery Note 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240" y="5693067"/>
            <a:ext cx="4654614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Infotech Park, Hinjewadi, Phase I, Pune - 411057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897" y="5467083"/>
            <a:ext cx="4983577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Blue Ridge, IT 06, First Floor, S. No. 154/6, Rajiv Gandhi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7001" y="5675684"/>
            <a:ext cx="1797828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Dispatched 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6911" y="5701759"/>
            <a:ext cx="1113932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Destination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240" y="5919052"/>
            <a:ext cx="1209157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GSTIN/UIN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5428" y="5953818"/>
            <a:ext cx="2187390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:27AAKCS7755B2Z3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583" y="6162419"/>
            <a:ext cx="125244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State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8114" y="6179803"/>
            <a:ext cx="249903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: Maharashtra, Code: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18345" y="6188495"/>
            <a:ext cx="1642003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Terms of 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926" y="7796460"/>
            <a:ext cx="37809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926" y="8039828"/>
            <a:ext cx="352121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No.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3647" y="7813844"/>
            <a:ext cx="107064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Particulars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66403" y="7848610"/>
            <a:ext cx="1010047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HSN/SAC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5833" y="7857302"/>
            <a:ext cx="854223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Quantity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5860" y="7892069"/>
            <a:ext cx="577202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4984" y="7918144"/>
            <a:ext cx="490632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92764" y="7892069"/>
            <a:ext cx="82825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Amount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6583" y="8396188"/>
            <a:ext cx="274209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7648" y="8396188"/>
            <a:ext cx="3364732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EMPLOYEES-Transportaion-SEZ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14461" y="8422263"/>
            <a:ext cx="802282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996601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3509" y="8491797"/>
            <a:ext cx="1252442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1,34,778.00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9075" y="11951096"/>
            <a:ext cx="62048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94546" y="12029321"/>
            <a:ext cx="1546777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1,34,778.00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641" y="12211847"/>
            <a:ext cx="2447098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Amount Chargeable (in words)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52472" y="12324839"/>
            <a:ext cx="897507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E. &amp; O.E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5984" y="12698583"/>
            <a:ext cx="1832456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Seventy Eight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4641" y="12481290"/>
            <a:ext cx="4741183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INR One Lakh ThirtyFour Thousand Seven Hundred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3118" y="12689891"/>
            <a:ext cx="1148558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Bank 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1775" y="12472598"/>
            <a:ext cx="2187390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Company's Bank Details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1964" y="12724658"/>
            <a:ext cx="3234877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:BANK-KB-CA-0632000100327901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31775" y="12933259"/>
            <a:ext cx="758997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A/c No.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50620" y="12959334"/>
            <a:ext cx="1970967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:0632000100327901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23118" y="13141860"/>
            <a:ext cx="3217564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Branch &amp; IFS Code: KARB0000063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7231" y="13393919"/>
            <a:ext cx="1616033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for TrayelsWorldy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86779" y="14071872"/>
            <a:ext cx="1745887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Authorised Signatory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52332" y="14323932"/>
            <a:ext cx="3278162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This is a Computer Generated Invoice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43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7704" y="269442"/>
            <a:ext cx="265552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864" y="104300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5,556.00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5032" y="104300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8,090.00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0857" y="95608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4,570.00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8024" y="95608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5,982.00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849" y="95608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5,920.00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359" y="86917"/>
            <a:ext cx="317494" cy="821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6,010.00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6841" y="104300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6,688.00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2666" y="104300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6,065.00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9834" y="95608"/>
            <a:ext cx="291523" cy="821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7,872.00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7001" y="104300"/>
            <a:ext cx="291523" cy="80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4,250.00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2826" y="112992"/>
            <a:ext cx="291523" cy="80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5,403.00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9994" y="121683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3,950.00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121683"/>
            <a:ext cx="282866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3,950.00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1643" y="121683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3,950.00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811" y="121683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3,950.00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4636" y="121683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3,950.00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1803" y="130375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6,230.00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314" y="130375"/>
            <a:ext cx="31749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5,160.00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1365" y="130375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6,876.00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445" y="139067"/>
            <a:ext cx="291523" cy="769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7,490.00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2270" y="130375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6,946.00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8095" y="139067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4,850.00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5262" y="139067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5,980.00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3773" y="139067"/>
            <a:ext cx="317493" cy="80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5,090.00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4080" y="147759"/>
            <a:ext cx="291522" cy="951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1,34,778.00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9207" y="982162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406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6375" y="982162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5192" y="990854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620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3703" y="990854"/>
            <a:ext cx="308837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009" y="999546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620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5658" y="1008237"/>
            <a:ext cx="256896" cy="247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4169" y="999546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553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3132" y="1016929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8957" y="1025621"/>
            <a:ext cx="222267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4636" y="1016929"/>
            <a:ext cx="256895" cy="221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63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1803" y="1008237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080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8971" y="1008237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7788" y="1008237"/>
            <a:ext cx="308837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584" y="1025621"/>
            <a:ext cx="248238" cy="247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8095" y="1025621"/>
            <a:ext cx="256895" cy="221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63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65262" y="1025621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620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2430" y="1025621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35018" y="1103846"/>
            <a:ext cx="352121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Parking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5164" y="1781799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Bat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4273" y="1860025"/>
            <a:ext cx="230924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0550" y="1781799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7718" y="1773108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5032" y="2086009"/>
            <a:ext cx="239582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44886" y="1773108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2199" y="2094701"/>
            <a:ext cx="239582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710" y="1781799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024" y="2094701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6535" y="1781799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3849" y="2094701"/>
            <a:ext cx="222267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95046" y="1781799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1017" y="2094701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50870" y="1790491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76841" y="2103392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6695" y="1790491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2666" y="2103392"/>
            <a:ext cx="222268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62520" y="1790491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79834" y="2103392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8345" y="1790491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52972" y="2120776"/>
            <a:ext cx="196297" cy="117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15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5512" y="1790491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12680" y="1799183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38651" y="2112084"/>
            <a:ext cx="222268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68505" y="1799183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5818" y="2112084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24329" y="1807874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0300" y="2129468"/>
            <a:ext cx="213611" cy="117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15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8811" y="2120776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18665" y="1816566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44636" y="2120776"/>
            <a:ext cx="222267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314" y="1816566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64051" y="1825258"/>
            <a:ext cx="282866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1365" y="2120776"/>
            <a:ext cx="239582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97788" y="1825258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23759" y="2138159"/>
            <a:ext cx="213611" cy="117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15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3613" y="1825258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9584" y="2138159"/>
            <a:ext cx="213610" cy="117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15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09438" y="1825258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408" y="2138159"/>
            <a:ext cx="204954" cy="117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15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56605" y="1825258"/>
            <a:ext cx="282865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91232" y="2138159"/>
            <a:ext cx="196297" cy="130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84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15422" y="1503665"/>
            <a:ext cx="291523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14711" y="2086009"/>
            <a:ext cx="343465" cy="625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85" b="0" i="0">
                <a:solidFill>
                  <a:srgbClr val="000000"/>
                </a:solidFill>
                <a:latin typeface="Arial"/>
              </a:defRPr>
            </a:pPr>
            <a:r>
              <a:t>Exra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79193" y="2059934"/>
            <a:ext cx="317494" cy="69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Hours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69645" y="2059934"/>
            <a:ext cx="282866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Anooy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42784" y="2233768"/>
            <a:ext cx="230924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23368" y="2485828"/>
            <a:ext cx="308837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Extra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79193" y="2503211"/>
            <a:ext cx="308837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Hour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5616" y="2624895"/>
            <a:ext cx="222268" cy="20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95" b="0" i="0">
                <a:solidFill>
                  <a:srgbClr val="000000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6813" y="2537978"/>
            <a:ext cx="265552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Rate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06375" y="2537978"/>
            <a:ext cx="248238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18024" y="2537978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65192" y="2546669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21017" y="2537978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68184" y="2537978"/>
            <a:ext cx="239581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24009" y="2546669"/>
            <a:ext cx="230925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79834" y="2546669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35658" y="2546669"/>
            <a:ext cx="222268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74169" y="2555361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29994" y="2555361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5818" y="2555361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88811" y="2564053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35978" y="2564053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47628" y="2564053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81365" y="2564053"/>
            <a:ext cx="239582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70927" y="2572745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18095" y="2564053"/>
            <a:ext cx="239582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65262" y="2572745"/>
            <a:ext cx="239582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42925" y="2225076"/>
            <a:ext cx="992733" cy="1290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Bangal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75310" y="2850879"/>
            <a:ext cx="343465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Exttra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65762" y="2868263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Hour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41893" y="2885646"/>
            <a:ext cx="265552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71747" y="2876954"/>
            <a:ext cx="300180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36229" y="2885646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92053" y="288564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39221" y="288564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95046" y="2885646"/>
            <a:ext cx="265552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42214" y="2894338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98038" y="2894338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45206" y="2894338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0..0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01031" y="2894338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56855" y="2903029"/>
            <a:ext cx="265552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04023" y="2903029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59848" y="2903029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07015" y="2903029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62840" y="2903029"/>
            <a:ext cx="265552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10008" y="2911721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48519" y="2894338"/>
            <a:ext cx="300180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13000" y="2920413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46737" y="2920413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280474" y="2920413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36299" y="2920413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74810" y="2920413"/>
            <a:ext cx="300180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39291" y="2929105"/>
            <a:ext cx="274210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95116" y="2937796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65012" y="2781346"/>
            <a:ext cx="343465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★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14711" y="3268081"/>
            <a:ext cx="308837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Extra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3222" y="3285465"/>
            <a:ext cx="343464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Kms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35018" y="3233314"/>
            <a:ext cx="317494" cy="717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Amoun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89061" y="3233314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1120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92053" y="3242006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812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39221" y="3242006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450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95046" y="3242006"/>
            <a:ext cx="27420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540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50870" y="3233314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816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298038" y="3242006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595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53863" y="3250698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1802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35658" y="3268081"/>
            <a:ext cx="213611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32986" y="3276773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44636" y="3285465"/>
            <a:ext cx="196296" cy="130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84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838971" y="3285465"/>
            <a:ext cx="239581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36299" y="3268081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1496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09438" y="3294156"/>
            <a:ext cx="239581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39291" y="3285465"/>
            <a:ext cx="274210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510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21087" y="3302848"/>
            <a:ext cx="230925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79193" y="3702666"/>
            <a:ext cx="282866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Extra Kms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843675" y="3876501"/>
            <a:ext cx="274209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Rate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41893" y="3720050"/>
            <a:ext cx="248238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389061" y="3720050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44886" y="3720050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683397" y="3711358"/>
            <a:ext cx="282866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二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821907" y="3711358"/>
            <a:ext cx="291523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977732" y="3720050"/>
            <a:ext cx="282866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42214" y="3720050"/>
            <a:ext cx="248238" cy="286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5" b="0" i="0">
                <a:solidFill>
                  <a:srgbClr val="000000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298038" y="3737433"/>
            <a:ext cx="248238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445206" y="3728742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01031" y="3728742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756855" y="3728742"/>
            <a:ext cx="265552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904023" y="3737433"/>
            <a:ext cx="256895" cy="286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5" b="0" i="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042534" y="3728742"/>
            <a:ext cx="282866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215672" y="3737433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518665" y="3737433"/>
            <a:ext cx="256895" cy="286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5" b="0" i="0">
                <a:solidFill>
                  <a:srgbClr val="000000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813000" y="3737433"/>
            <a:ext cx="282866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046737" y="3763508"/>
            <a:ext cx="274209" cy="247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 i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271817" y="3746125"/>
            <a:ext cx="291523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436299" y="3772200"/>
            <a:ext cx="248238" cy="2346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31" b="0" i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592123" y="3754817"/>
            <a:ext cx="265553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39291" y="3763508"/>
            <a:ext cx="256895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903773" y="3763508"/>
            <a:ext cx="248238" cy="247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 i="0">
                <a:solidFill>
                  <a:srgbClr val="000000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826361" y="4398003"/>
            <a:ext cx="308837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016813" y="4398003"/>
            <a:ext cx="248238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241893" y="4380620"/>
            <a:ext cx="230924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380404" y="4371928"/>
            <a:ext cx="256895" cy="286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5" b="0" i="0">
                <a:solidFill>
                  <a:srgbClr val="000000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44886" y="4380620"/>
            <a:ext cx="230924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83397" y="4371928"/>
            <a:ext cx="265552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821907" y="4371928"/>
            <a:ext cx="282866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86389" y="4380620"/>
            <a:ext cx="256895" cy="286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5" b="0" i="0">
                <a:solidFill>
                  <a:srgbClr val="00000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280725" y="4380620"/>
            <a:ext cx="282866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436549" y="4371928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901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609687" y="4398003"/>
            <a:ext cx="222268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756855" y="4398003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912680" y="4398003"/>
            <a:ext cx="230924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059848" y="4406695"/>
            <a:ext cx="239582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215672" y="4406695"/>
            <a:ext cx="230924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362840" y="4406695"/>
            <a:ext cx="239581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510008" y="4415386"/>
            <a:ext cx="239582" cy="156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21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665833" y="4415386"/>
            <a:ext cx="239581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012109" y="4380620"/>
            <a:ext cx="317494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263160" y="4398003"/>
            <a:ext cx="282866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418985" y="4398003"/>
            <a:ext cx="274209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721977" y="4406695"/>
            <a:ext cx="282866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895116" y="4424078"/>
            <a:ext cx="239581" cy="182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8" b="0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670536" y="4736980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Fi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826361" y="4615296"/>
            <a:ext cx="282866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Ammont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215922" y="4623987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480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371747" y="4606604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0009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18915" y="4623987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3600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657425" y="4606604"/>
            <a:ext cx="300180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420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813250" y="4615296"/>
            <a:ext cx="300180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977732" y="4623987"/>
            <a:ext cx="27420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116243" y="4606604"/>
            <a:ext cx="300180" cy="521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37" b="0" i="0">
                <a:solidFill>
                  <a:srgbClr val="000000"/>
                </a:solidFill>
                <a:latin typeface="Arial"/>
              </a:defRPr>
            </a:pPr>
            <a:r>
              <a:t>480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280725" y="4615296"/>
            <a:ext cx="27420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419235" y="4615296"/>
            <a:ext cx="300180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510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583717" y="4632679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3900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739541" y="4632679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886709" y="4641371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042534" y="4641371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3600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181044" y="4641371"/>
            <a:ext cx="300180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3600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345526" y="4641371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3600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492694" y="4641371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3600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648519" y="4641371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5100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804344" y="4650062"/>
            <a:ext cx="274209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029423" y="4641371"/>
            <a:ext cx="300180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510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271817" y="4650062"/>
            <a:ext cx="274209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6000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410328" y="4641371"/>
            <a:ext cx="30017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0010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574810" y="4650062"/>
            <a:ext cx="274209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730634" y="4650062"/>
            <a:ext cx="274210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4500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869145" y="4650062"/>
            <a:ext cx="300180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420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713821" y="5119415"/>
            <a:ext cx="334807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Km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15922" y="5128106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363090" y="5128106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518915" y="5128106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666083" y="5128106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821907" y="5128106"/>
            <a:ext cx="291523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977732" y="5136798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124900" y="5136798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280725" y="5145490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427892" y="5145490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583717" y="5145490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739541" y="5154181"/>
            <a:ext cx="265552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878052" y="5145490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639862" y="5162873"/>
            <a:ext cx="291523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795686" y="5171565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029423" y="5171565"/>
            <a:ext cx="282866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263160" y="5171565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410328" y="5171565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566153" y="5171565"/>
            <a:ext cx="282865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721977" y="5171565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869145" y="5180257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809047" y="5414933"/>
            <a:ext cx="300180" cy="612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16" b="0" i="0">
                <a:solidFill>
                  <a:srgbClr val="000000"/>
                </a:solidFill>
                <a:latin typeface="Arial"/>
              </a:defRPr>
            </a:pPr>
            <a:r>
              <a:t>Hours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215922" y="5423624"/>
            <a:ext cx="265552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354433" y="5414933"/>
            <a:ext cx="29152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24.0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510258" y="5423624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657425" y="5432316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813250" y="5432316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960418" y="5441008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116243" y="5432316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272067" y="5423624"/>
            <a:ext cx="29152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419235" y="5432316"/>
            <a:ext cx="300180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583717" y="5441008"/>
            <a:ext cx="274209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5730884" y="5449699"/>
            <a:ext cx="274209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869395" y="5441008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025220" y="5441008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181044" y="5449699"/>
            <a:ext cx="300180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336869" y="5458391"/>
            <a:ext cx="274209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466723" y="5441008"/>
            <a:ext cx="317494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622548" y="5432316"/>
            <a:ext cx="317494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787030" y="5449699"/>
            <a:ext cx="300180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020767" y="5458391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254503" y="5458391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24.00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393014" y="5449699"/>
            <a:ext cx="31749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24.0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566153" y="5475775"/>
            <a:ext cx="27420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721977" y="5475775"/>
            <a:ext cx="274209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7860488" y="5467083"/>
            <a:ext cx="300180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24.0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644565" y="5840826"/>
            <a:ext cx="300180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809047" y="5840826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Time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207266" y="5823443"/>
            <a:ext cx="265552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15.50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345776" y="5823443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510258" y="5832135"/>
            <a:ext cx="265552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657425" y="584082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813250" y="584082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960418" y="5840826"/>
            <a:ext cx="27420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11.00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098929" y="5840826"/>
            <a:ext cx="300180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7.50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272067" y="5849518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16.00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401921" y="5840826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9.75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557746" y="5840826"/>
            <a:ext cx="300180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5.00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722228" y="5858210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869395" y="5858210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900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025220" y="5858210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000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181044" y="5858210"/>
            <a:ext cx="274209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328213" y="5866901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9000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484037" y="5866901"/>
            <a:ext cx="274209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11.00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631205" y="5866901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6.00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778372" y="5858210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00.0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012109" y="5858210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8.50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7237190" y="5866901"/>
            <a:ext cx="300180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15.50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7401671" y="5875593"/>
            <a:ext cx="274209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14.00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7704664" y="5866901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12.00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869145" y="5875593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10.0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635908" y="6336254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Ed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800390" y="6310178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Time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189952" y="6231953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22:30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4337119" y="6231953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21:00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492944" y="6231953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05:0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640112" y="6231953"/>
            <a:ext cx="300180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795936" y="6240645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4943104" y="6240645"/>
            <a:ext cx="300180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17:00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107586" y="6231953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23:30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254754" y="6240645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22:00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410578" y="6240645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17:00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5557746" y="6249336"/>
            <a:ext cx="300180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22:00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5713571" y="6249336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860738" y="6249336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00:90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6025220" y="6266720"/>
            <a:ext cx="274209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14:00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181044" y="6266720"/>
            <a:ext cx="274209" cy="495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0" i="0">
                <a:solidFill>
                  <a:srgbClr val="000000"/>
                </a:solidFill>
                <a:latin typeface="Arial"/>
              </a:defRPr>
            </a:pPr>
            <a:r>
              <a:t>14:00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319555" y="6258028"/>
            <a:ext cx="300180" cy="521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37" b="0" i="0">
                <a:solidFill>
                  <a:srgbClr val="000000"/>
                </a:solidFill>
                <a:latin typeface="Arial"/>
              </a:defRPr>
            </a:pPr>
            <a:r>
              <a:t>1:0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475380" y="6258028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04:0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6622548" y="6258028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3:0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6787030" y="6275412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4:00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7029423" y="6275412"/>
            <a:ext cx="274209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100:00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7254503" y="6284103"/>
            <a:ext cx="274209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22:30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410328" y="6284103"/>
            <a:ext cx="274209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22:00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548839" y="6275412"/>
            <a:ext cx="300180" cy="456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95" b="0" i="0">
                <a:solidFill>
                  <a:srgbClr val="000000"/>
                </a:solidFill>
                <a:latin typeface="Arial"/>
              </a:defRPr>
            </a:pPr>
            <a:r>
              <a:t>500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7704664" y="6275412"/>
            <a:ext cx="291522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21:0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7869145" y="6284103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16:00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635908" y="6779531"/>
            <a:ext cx="300180" cy="5345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5" b="0" i="0">
                <a:solidFill>
                  <a:srgbClr val="000000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791733" y="6770839"/>
            <a:ext cx="308837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Time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4181295" y="6762147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07:00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4337119" y="6762147"/>
            <a:ext cx="29152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04:0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4484287" y="6762147"/>
            <a:ext cx="300180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20:00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640112" y="6770839"/>
            <a:ext cx="282866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69966" y="6762147"/>
            <a:ext cx="317494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925791" y="6762147"/>
            <a:ext cx="31749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06:00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5098929" y="6770839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16:00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5254754" y="6770839"/>
            <a:ext cx="29152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00:90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401921" y="6770839"/>
            <a:ext cx="291523" cy="5736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11" b="0" i="0">
                <a:solidFill>
                  <a:srgbClr val="000000"/>
                </a:solidFill>
                <a:latin typeface="Arial"/>
              </a:defRPr>
            </a:pPr>
            <a:r>
              <a:t>0:15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549089" y="6770839"/>
            <a:ext cx="300180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17:0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704914" y="6779531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00:00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5852082" y="6779531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21:00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6007906" y="6779531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05:0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163731" y="6788222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00:0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310899" y="6788222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06:00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466723" y="6788222"/>
            <a:ext cx="291523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15:0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622548" y="6788222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22:00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6769716" y="6796914"/>
            <a:ext cx="300180" cy="5475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74" b="0" i="0">
                <a:solidFill>
                  <a:srgbClr val="000000"/>
                </a:solidFill>
                <a:latin typeface="Arial"/>
              </a:defRPr>
            </a:pPr>
            <a:r>
              <a:t>23:00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020767" y="6796914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9:30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7237190" y="6788222"/>
            <a:ext cx="300180" cy="469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63" b="0" i="0">
                <a:solidFill>
                  <a:srgbClr val="000000"/>
                </a:solidFill>
                <a:latin typeface="Arial"/>
              </a:defRPr>
            </a:pPr>
            <a:r>
              <a:t>70:0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7401671" y="680560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00:8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7557496" y="680560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00:0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7704664" y="6805606"/>
            <a:ext cx="274209" cy="4432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26" b="0" i="0">
                <a:solidFill>
                  <a:srgbClr val="000000"/>
                </a:solidFill>
                <a:latin typeface="Arial"/>
              </a:defRPr>
            </a:pPr>
            <a:r>
              <a:t>00:6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860488" y="6814297"/>
            <a:ext cx="274209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00:0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627251" y="7214116"/>
            <a:ext cx="308837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3783076" y="7231499"/>
            <a:ext cx="308837" cy="508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69" b="0" i="0">
                <a:solidFill>
                  <a:srgbClr val="000000"/>
                </a:solidFill>
                <a:latin typeface="Arial"/>
              </a:defRPr>
            </a:pPr>
            <a:r>
              <a:t>Kms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189952" y="7170657"/>
            <a:ext cx="27420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337119" y="7161966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380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4484287" y="7161966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4640112" y="7161966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358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4787280" y="7170657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4943104" y="7170657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098929" y="7179349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354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5246097" y="7179349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5401921" y="7170657"/>
            <a:ext cx="274209" cy="41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90" b="0" i="0">
                <a:solidFill>
                  <a:srgbClr val="000000"/>
                </a:solidFill>
                <a:latin typeface="Arial"/>
              </a:defRPr>
            </a:pPr>
            <a:r>
              <a:t>406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5557746" y="7179349"/>
            <a:ext cx="274209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5704914" y="7188041"/>
            <a:ext cx="27420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860738" y="7188041"/>
            <a:ext cx="274209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6007906" y="7188041"/>
            <a:ext cx="274209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6163731" y="7188041"/>
            <a:ext cx="274209" cy="35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47" b="0" i="0">
                <a:solidFill>
                  <a:srgbClr val="000000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6310899" y="7188041"/>
            <a:ext cx="282866" cy="36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16" b="0" i="0">
                <a:solidFill>
                  <a:srgbClr val="000000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6466723" y="7188041"/>
            <a:ext cx="27420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6622548" y="7188041"/>
            <a:ext cx="274209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6769716" y="7188041"/>
            <a:ext cx="291523" cy="430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58" b="0" i="0">
                <a:solidFill>
                  <a:srgbClr val="000000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7003453" y="7196732"/>
            <a:ext cx="282866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338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7237190" y="7196732"/>
            <a:ext cx="282866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326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7393014" y="7196732"/>
            <a:ext cx="274210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21" b="0" i="0">
                <a:solidFill>
                  <a:srgbClr val="000000"/>
                </a:solidFill>
                <a:latin typeface="Arial"/>
              </a:defRPr>
            </a:pPr>
            <a:r>
              <a:t>388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7540182" y="7205424"/>
            <a:ext cx="274210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7696006" y="7205424"/>
            <a:ext cx="274210" cy="391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53" b="0" i="0">
                <a:solidFill>
                  <a:srgbClr val="00000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7843175" y="7205424"/>
            <a:ext cx="274209" cy="3780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84" b="0" i="0">
                <a:solidFill>
                  <a:srgbClr val="000000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3705164" y="7648701"/>
            <a:ext cx="291523" cy="821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End KM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4172638" y="7657393"/>
            <a:ext cx="300180" cy="612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16" b="0" i="0">
                <a:solidFill>
                  <a:srgbClr val="000000"/>
                </a:solidFill>
                <a:latin typeface="Arial"/>
              </a:defRPr>
            </a:pPr>
            <a:r>
              <a:t>9274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328463" y="7657393"/>
            <a:ext cx="291523" cy="6518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21" b="0" i="0">
                <a:solidFill>
                  <a:srgbClr val="000000"/>
                </a:solidFill>
                <a:latin typeface="Arial"/>
              </a:defRPr>
            </a:pPr>
            <a:r>
              <a:t>176888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4458316" y="7657393"/>
            <a:ext cx="317494" cy="69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210732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4631455" y="7666085"/>
            <a:ext cx="291523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50477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795936" y="7674776"/>
            <a:ext cx="265552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215874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4934447" y="7674776"/>
            <a:ext cx="300180" cy="63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353" b="0" i="0">
                <a:solidFill>
                  <a:srgbClr val="000000"/>
                </a:solidFill>
                <a:latin typeface="Arial"/>
              </a:defRPr>
            </a:pPr>
            <a:r>
              <a:t>168527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5090272" y="7666085"/>
            <a:ext cx="291523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87806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5237440" y="7674776"/>
            <a:ext cx="29152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139579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393264" y="7674776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126725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5540432" y="7674776"/>
            <a:ext cx="29152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126825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696257" y="7683468"/>
            <a:ext cx="291523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7543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5843424" y="7692160"/>
            <a:ext cx="300180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8381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5999249" y="7683468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270767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6155074" y="7683468"/>
            <a:ext cx="291523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68299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6302241" y="7683468"/>
            <a:ext cx="291523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20402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6449410" y="7692160"/>
            <a:ext cx="300180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157747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6613891" y="7683468"/>
            <a:ext cx="291523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85286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6769716" y="7683468"/>
            <a:ext cx="29152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125504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6994796" y="7692160"/>
            <a:ext cx="300180" cy="6518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21" b="0" i="0">
                <a:solidFill>
                  <a:srgbClr val="000000"/>
                </a:solidFill>
                <a:latin typeface="Arial"/>
              </a:defRPr>
            </a:pPr>
            <a:r>
              <a:t>115539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228533" y="7692160"/>
            <a:ext cx="300180" cy="690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2643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384357" y="7692160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322028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7540182" y="7709543"/>
            <a:ext cx="291523" cy="63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353" b="0" i="0">
                <a:solidFill>
                  <a:srgbClr val="000000"/>
                </a:solidFill>
                <a:latin typeface="Arial"/>
              </a:defRPr>
            </a:pPr>
            <a:r>
              <a:t>109551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7687350" y="7692160"/>
            <a:ext cx="291523" cy="7040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217380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7843175" y="7700851"/>
            <a:ext cx="291522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56283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3696507" y="8170204"/>
            <a:ext cx="308837" cy="8995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Start Km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4172638" y="8178895"/>
            <a:ext cx="291523" cy="599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148" b="0" i="0">
                <a:solidFill>
                  <a:srgbClr val="000000"/>
                </a:solidFill>
                <a:latin typeface="Arial"/>
              </a:defRPr>
            </a:pPr>
            <a:r>
              <a:t>92492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4319805" y="8170204"/>
            <a:ext cx="29152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176508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4475630" y="8178895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210582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4631455" y="8178895"/>
            <a:ext cx="291523" cy="612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16" b="0" i="0">
                <a:solidFill>
                  <a:srgbClr val="000000"/>
                </a:solidFill>
                <a:latin typeface="Arial"/>
              </a:defRPr>
            </a:pPr>
            <a:r>
              <a:t>5019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4778623" y="8170204"/>
            <a:ext cx="291523" cy="7040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21554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917133" y="8187587"/>
            <a:ext cx="308837" cy="63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353" b="0" i="0">
                <a:solidFill>
                  <a:srgbClr val="000000"/>
                </a:solidFill>
                <a:latin typeface="Arial"/>
              </a:defRPr>
            </a:pPr>
            <a:r>
              <a:t>168191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5081615" y="8178895"/>
            <a:ext cx="291523" cy="625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85" b="0" i="0">
                <a:solidFill>
                  <a:srgbClr val="000000"/>
                </a:solidFill>
                <a:latin typeface="Arial"/>
              </a:defRPr>
            </a:pPr>
            <a:r>
              <a:t>87452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237440" y="8178895"/>
            <a:ext cx="291523" cy="6518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21" b="0" i="0">
                <a:solidFill>
                  <a:srgbClr val="000000"/>
                </a:solidFill>
                <a:latin typeface="Arial"/>
              </a:defRPr>
            </a:pPr>
            <a:r>
              <a:t>13924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375951" y="8178895"/>
            <a:ext cx="31749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126319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40432" y="8187587"/>
            <a:ext cx="291523" cy="6649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90" b="0" i="0">
                <a:solidFill>
                  <a:srgbClr val="000000"/>
                </a:solidFill>
                <a:latin typeface="Arial"/>
              </a:defRPr>
            </a:pPr>
            <a:r>
              <a:t>126525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687600" y="8196279"/>
            <a:ext cx="300180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75143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5834768" y="8213662"/>
            <a:ext cx="300180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88241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5981935" y="8196279"/>
            <a:ext cx="317494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270592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146417" y="8204970"/>
            <a:ext cx="300180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61189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302241" y="8204970"/>
            <a:ext cx="291523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20252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6449410" y="8213662"/>
            <a:ext cx="300180" cy="612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16" b="0" i="0">
                <a:solidFill>
                  <a:srgbClr val="000000"/>
                </a:solidFill>
                <a:latin typeface="Arial"/>
              </a:defRPr>
            </a:pPr>
            <a:r>
              <a:t>157592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6605234" y="8231046"/>
            <a:ext cx="291523" cy="560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942" b="0" i="0">
                <a:solidFill>
                  <a:srgbClr val="000000"/>
                </a:solidFill>
                <a:latin typeface="Arial"/>
              </a:defRPr>
            </a:pPr>
            <a:r>
              <a:t>85001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6752402" y="8213662"/>
            <a:ext cx="300180" cy="63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353" b="0" i="0">
                <a:solidFill>
                  <a:srgbClr val="000000"/>
                </a:solidFill>
                <a:latin typeface="Arial"/>
              </a:defRPr>
            </a:pPr>
            <a:r>
              <a:t>125212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994796" y="8231046"/>
            <a:ext cx="300180" cy="625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85" b="0" i="0">
                <a:solidFill>
                  <a:srgbClr val="000000"/>
                </a:solidFill>
                <a:latin typeface="Arial"/>
              </a:defRPr>
            </a:pPr>
            <a:r>
              <a:t>115201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7228533" y="8213662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226117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7375701" y="8222354"/>
            <a:ext cx="29152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321640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7531525" y="8231046"/>
            <a:ext cx="291523" cy="625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85" b="0" i="0">
                <a:solidFill>
                  <a:srgbClr val="000000"/>
                </a:solidFill>
                <a:latin typeface="Arial"/>
              </a:defRPr>
            </a:pPr>
            <a:r>
              <a:t>109261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7696006" y="8222354"/>
            <a:ext cx="265553" cy="677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558" b="0" i="0">
                <a:solidFill>
                  <a:srgbClr val="000000"/>
                </a:solidFill>
                <a:latin typeface="Arial"/>
              </a:defRPr>
            </a:pPr>
            <a:r>
              <a:t>217046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7834517" y="8222354"/>
            <a:ext cx="291523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56127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3670536" y="9969387"/>
            <a:ext cx="334807" cy="100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Duty Type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44315" y="9230592"/>
            <a:ext cx="343465" cy="392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WAKAD/PUNAWALE TO MUMBAI AIRPORT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5947308" y="9334892"/>
            <a:ext cx="334807" cy="3780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MOHA MA  ORT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6960168" y="9126291"/>
            <a:ext cx="334808" cy="41068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Mumbai Airport To Karve Nagar / Handewadi Pune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4276521" y="10325747"/>
            <a:ext cx="343465" cy="2281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Pune To Mumbai round trip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4441002" y="10490889"/>
            <a:ext cx="308837" cy="2020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Pune to Mumbai Airport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4596827" y="9821628"/>
            <a:ext cx="308837" cy="3024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Bhugaon Pune TO Mumbai round trip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4899820" y="10377897"/>
            <a:ext cx="300180" cy="2177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MEERA ROAD TO PUNE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5046987" y="10377897"/>
            <a:ext cx="308837" cy="2190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PUNE TO MEERA ROAD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5194155" y="9986770"/>
            <a:ext cx="326151" cy="2777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THANE TO PUNE ROUND TRIP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5349980" y="10004154"/>
            <a:ext cx="317493" cy="2763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DOM PL  UNE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5488490" y="10047612"/>
            <a:ext cx="334808" cy="2711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  ALI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5800140" y="10299672"/>
            <a:ext cx="334808" cy="23337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Kothrud To Mumbai Airport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6120446" y="10386589"/>
            <a:ext cx="300180" cy="2203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Shivne To Mumbai Airport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6267614" y="10212755"/>
            <a:ext cx="317494" cy="24640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Hinjewadi To Mumbai Airport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6423439" y="10482198"/>
            <a:ext cx="308837" cy="2046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Pune To Mumbai Airport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6579263" y="10456122"/>
            <a:ext cx="308837" cy="20860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Mum  Apt Apune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6717774" y="9656485"/>
            <a:ext cx="334807" cy="3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Munm Aa  H Aaadi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7185248" y="9891161"/>
            <a:ext cx="343464" cy="2985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Parel To Hinjewadi Pune Round Trip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332416" y="9995462"/>
            <a:ext cx="334808" cy="281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THANE TO PUNE ROUND TRIP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496898" y="9934620"/>
            <a:ext cx="326151" cy="2920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Mumbai Airport To Hinjewadi Pune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7635408" y="10482198"/>
            <a:ext cx="334808" cy="209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Munmr  A Apune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7808547" y="10099762"/>
            <a:ext cx="308837" cy="2672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Pune To Thane Drop (Outsation)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4120696" y="10908091"/>
            <a:ext cx="326151" cy="13819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OUT STATION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4743995" y="10760332"/>
            <a:ext cx="282866" cy="15905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THANE TO PUNE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3731135" y="11855487"/>
            <a:ext cx="317494" cy="730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Vehicle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4120696" y="11890254"/>
            <a:ext cx="317494" cy="80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4293835" y="11864179"/>
            <a:ext cx="291523" cy="834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INNOVA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4441002" y="11925021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4570857" y="11925021"/>
            <a:ext cx="317494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4743995" y="11942404"/>
            <a:ext cx="291523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4891163" y="11942404"/>
            <a:ext cx="291523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5046987" y="11916329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5202812" y="11933712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5341323" y="11907637"/>
            <a:ext cx="317494" cy="80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5497148" y="11933712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5644315" y="11916329"/>
            <a:ext cx="317494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5800140" y="11933712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5947308" y="11951096"/>
            <a:ext cx="317493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6111789" y="11951096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6267614" y="11951096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6414782" y="11951096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6570606" y="11933712"/>
            <a:ext cx="291523" cy="782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6726431" y="11951096"/>
            <a:ext cx="291523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6951511" y="12064088"/>
            <a:ext cx="326151" cy="5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79" b="0" i="0">
                <a:solidFill>
                  <a:srgbClr val="000000"/>
                </a:solidFill>
                <a:latin typeface="Arial"/>
              </a:defRPr>
            </a:pPr>
            <a:r>
              <a:t>Eriga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7193905" y="11898946"/>
            <a:ext cx="291523" cy="821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INNOVA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7349729" y="11925021"/>
            <a:ext cx="291523" cy="7952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ERTIGA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7496898" y="11951096"/>
            <a:ext cx="291523" cy="769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7652722" y="11977171"/>
            <a:ext cx="291522" cy="743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7808547" y="11977171"/>
            <a:ext cx="291523" cy="75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SEDAN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3661879" y="12602974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Vehicle No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129353" y="12707274"/>
            <a:ext cx="282866" cy="11603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MH14JX3921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4259207" y="12646432"/>
            <a:ext cx="334807" cy="1264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MH12KN4021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4423689" y="12620357"/>
            <a:ext cx="308837" cy="1303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MH12QW9679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4579513" y="12715966"/>
            <a:ext cx="291523" cy="11603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MH14JL6561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4735338" y="12663816"/>
            <a:ext cx="291523" cy="123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MH02CR5249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4891163" y="12655124"/>
            <a:ext cx="282866" cy="12516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MH12RN4459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5038330" y="12646432"/>
            <a:ext cx="282866" cy="12646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MH14HG9534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5176841" y="12655124"/>
            <a:ext cx="308837" cy="12516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MH02CR5490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5349980" y="12681199"/>
            <a:ext cx="282866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MH02ER6889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5488490" y="12672508"/>
            <a:ext cx="308837" cy="123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MH02ER6890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5652972" y="12655124"/>
            <a:ext cx="282866" cy="1290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MH14HG3132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5800140" y="12689891"/>
            <a:ext cx="291523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MH12SF2895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5947308" y="12629049"/>
            <a:ext cx="308837" cy="13298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MH12QW9679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6094476" y="12655124"/>
            <a:ext cx="308837" cy="1290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MH14HU8095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6241643" y="12698583"/>
            <a:ext cx="308837" cy="12124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MH14JL4657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6406125" y="12681199"/>
            <a:ext cx="291523" cy="123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MH14GU6747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6553292" y="12663816"/>
            <a:ext cx="308837" cy="12516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MH12RN9306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774" y="12689891"/>
            <a:ext cx="291523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MH49AT6172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6951511" y="12724658"/>
            <a:ext cx="291523" cy="11733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MH12SF5394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7185248" y="12681199"/>
            <a:ext cx="291523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MH02CD7718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7341073" y="12698583"/>
            <a:ext cx="282866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MH43BE7990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7488240" y="12689891"/>
            <a:ext cx="291523" cy="1225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MH12TV6985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7644065" y="12689891"/>
            <a:ext cx="291523" cy="123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MH02CR5249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7799890" y="12707274"/>
            <a:ext cx="282865" cy="123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MH12SX4197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644565" y="13976264"/>
            <a:ext cx="308837" cy="1512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User Guset Name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847878" y="13498220"/>
            <a:ext cx="343465" cy="3089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SAGAR BHAWSAR,JEET ANJARIA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5315352" y="13611212"/>
            <a:ext cx="317494" cy="28943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AMOL HANDE/ KAVERI OBHAN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462520" y="13611212"/>
            <a:ext cx="326151" cy="2920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AMOL HANDE/ KAVERI OBHAN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09687" y="13437378"/>
            <a:ext cx="326151" cy="3194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SUSHMITA NAMBURI DEEPESH GU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4103382" y="14402157"/>
            <a:ext cx="308837" cy="1707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SHARVARI GUJAR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4259207" y="14549916"/>
            <a:ext cx="317493" cy="14993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Deepesh gupta +3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4406375" y="14654217"/>
            <a:ext cx="308837" cy="131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CHRIS JACOB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4553543" y="14506458"/>
            <a:ext cx="326151" cy="15645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Shantanu Kulkari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4700710" y="14445616"/>
            <a:ext cx="326151" cy="16557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YVASH HHTA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5012359" y="14097947"/>
            <a:ext cx="308837" cy="2177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POONAM CHOUDHARY,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5159528" y="14341315"/>
            <a:ext cx="317493" cy="17861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YASHESH MEHATA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5782826" y="14436924"/>
            <a:ext cx="300180" cy="16688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Upendra Abhyankar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5921337" y="14376082"/>
            <a:ext cx="308837" cy="1773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ASMITA GAIKWAD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6085818" y="14619450"/>
            <a:ext cx="308837" cy="13950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Kiran Deshmukh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6215672" y="14654217"/>
            <a:ext cx="334807" cy="13819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Abhinav Manda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6388811" y="14141406"/>
            <a:ext cx="317494" cy="2151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Nitin Gupta Anup Chopde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6561949" y="14097947"/>
            <a:ext cx="282866" cy="2203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Deepesh Gupta Sushmita N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6683146" y="14071872"/>
            <a:ext cx="343465" cy="2255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Nitin Gupta / Anup Chopde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6916883" y="14619450"/>
            <a:ext cx="326151" cy="1434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Upendra/ Asmita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7150620" y="14071872"/>
            <a:ext cx="334808" cy="2255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Deyva/ /nand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7315102" y="14671600"/>
            <a:ext cx="308837" cy="13689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Rajesh Chauhan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7470927" y="14688983"/>
            <a:ext cx="308837" cy="134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Abhinav Manda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7600780" y="14645525"/>
            <a:ext cx="343465" cy="14210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Kiran Deshmukh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7756605" y="14662908"/>
            <a:ext cx="352121" cy="140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Rajesh Chauhan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3653222" y="15723297"/>
            <a:ext cx="265552" cy="482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32" b="0" i="0">
                <a:solidFill>
                  <a:srgbClr val="000000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4077412" y="15618996"/>
            <a:ext cx="334808" cy="100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27.08.2022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4250550" y="15627688"/>
            <a:ext cx="291523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02.09.2022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4406375" y="15627688"/>
            <a:ext cx="291523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03.09.2022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62199" y="15627688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06.09.2022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4700710" y="15636379"/>
            <a:ext cx="308837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07.09.2022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4865192" y="15645071"/>
            <a:ext cx="291523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07.09.2022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012359" y="15688530"/>
            <a:ext cx="291523" cy="912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8.09.2022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5150870" y="15636379"/>
            <a:ext cx="308837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12.09.2022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5324009" y="15645071"/>
            <a:ext cx="291523" cy="951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13.09.2022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5471177" y="15645071"/>
            <a:ext cx="291523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13.09.2022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5627001" y="15645071"/>
            <a:ext cx="291523" cy="951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15.09.2022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5774169" y="15645071"/>
            <a:ext cx="291523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16.09.2022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5912680" y="15653763"/>
            <a:ext cx="291523" cy="951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17.09.2022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6059848" y="15636379"/>
            <a:ext cx="334808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17.09.2022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6224329" y="15662455"/>
            <a:ext cx="291523" cy="951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17.09.2022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6380154" y="15662455"/>
            <a:ext cx="291523" cy="93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18.09.2022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6535978" y="15662455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25.09.2022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6691803" y="15662455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26.09.2022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6899570" y="15653763"/>
            <a:ext cx="334807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28.09.2022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7167934" y="15671146"/>
            <a:ext cx="291523" cy="9647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28.09.2022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7315102" y="15671146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28.09.2022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7470927" y="15671146"/>
            <a:ext cx="291523" cy="977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28.09.2022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7609438" y="15662455"/>
            <a:ext cx="308837" cy="100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29.09.2022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7773919" y="15671146"/>
            <a:ext cx="291523" cy="9908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"/>
              </a:defRPr>
            </a:pPr>
            <a:r>
              <a:t>30.09.2022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3627251" y="16253491"/>
            <a:ext cx="291523" cy="63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353" b="0" i="0">
                <a:solidFill>
                  <a:srgbClr val="000000"/>
                </a:solidFill>
                <a:latin typeface="Arial"/>
              </a:defRPr>
            </a:pPr>
            <a:r>
              <a:t>SL No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67864" y="16401250"/>
            <a:ext cx="265552" cy="221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63" b="0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4415032" y="16401250"/>
            <a:ext cx="265552" cy="221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63" b="0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4579513" y="16409941"/>
            <a:ext cx="256895" cy="2216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63" b="0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4726681" y="16401250"/>
            <a:ext cx="256896" cy="2346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31" b="0" i="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4899820" y="16418633"/>
            <a:ext cx="222267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5038330" y="16427325"/>
            <a:ext cx="222268" cy="169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9" b="0" i="0">
                <a:solidFill>
                  <a:srgbClr val="00000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5185498" y="16409941"/>
            <a:ext cx="256895" cy="2346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31" b="0" i="0">
                <a:solidFill>
                  <a:srgbClr val="0000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341323" y="16427325"/>
            <a:ext cx="230924" cy="1955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26" b="0" i="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5497148" y="16392558"/>
            <a:ext cx="248238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5791483" y="16401250"/>
            <a:ext cx="256895" cy="247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 i="0">
                <a:solidFill>
                  <a:srgbClr val="00000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5929994" y="16392558"/>
            <a:ext cx="282866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6103132" y="16401250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6250300" y="16401250"/>
            <a:ext cx="256895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6406125" y="16401250"/>
            <a:ext cx="248238" cy="2737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37" b="0" i="0">
                <a:solidFill>
                  <a:srgbClr val="00000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6544636" y="16409941"/>
            <a:ext cx="256895" cy="260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68" b="0" i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6691803" y="16392558"/>
            <a:ext cx="282866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6925540" y="16401250"/>
            <a:ext cx="291523" cy="2998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4" b="0" i="0">
                <a:solidFill>
                  <a:srgbClr val="00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7176591" y="16409941"/>
            <a:ext cx="265552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7315102" y="16427325"/>
            <a:ext cx="282866" cy="3129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42" b="0" i="0">
                <a:solidFill>
                  <a:srgbClr val="00000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7470927" y="16409941"/>
            <a:ext cx="282865" cy="338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79" b="0" i="0">
                <a:solidFill>
                  <a:srgbClr val="00000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7618095" y="16418633"/>
            <a:ext cx="282865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7773919" y="16418633"/>
            <a:ext cx="282866" cy="325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10" b="0" i="0">
                <a:solidFill>
                  <a:srgbClr val="000000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