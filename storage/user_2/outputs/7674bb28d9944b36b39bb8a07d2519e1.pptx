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  <a:gridCol w="313182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BE1240520241938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INBOM4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3551139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AABCL8743KCH001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AIR CARGO COMPLEX, SAHAR, ANDHERI(E) MUMBAI 400099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I - BILL OF ENTRY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</a:t>
                      </a:r>
                    </a:p>
                    <a:p>
                      <a:pPr>
                        <a:defRPr sz="1100"/>
                      </a:pPr>
                      <a:r>
                        <a:t>U</a:t>
                      </a:r>
                    </a:p>
                    <a:p>
                      <a:pPr>
                        <a:defRPr sz="1100"/>
                      </a:pPr>
                      <a:r>
                        <a:t>.AA T</a:t>
                      </a:r>
                    </a:p>
                    <a:p>
                      <a:pPr>
                        <a:defRPr sz="1100"/>
                      </a:pPr>
                      <a:r>
                        <a:t>T</a:t>
                      </a:r>
                    </a:p>
                    <a:p>
                      <a:pPr>
                        <a:defRPr sz="1100"/>
                      </a:pPr>
                      <a: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1.BE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3.DEF 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4.KACHA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5.SEC 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6.REIMP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7.ADV BE</a:t>
                      </a:r>
                    </a:p>
                    <a:p>
                      <a:pPr>
                        <a:defRPr sz="1100"/>
                      </a:pPr>
                      <a:r>
                        <a:t>(Y/N/P)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8.ASSESS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10.HSS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11.FIRST</a:t>
                      </a:r>
                    </a:p>
                    <a:p>
                      <a:pPr>
                        <a:defRPr sz="1100"/>
                      </a:pPr>
                      <a:r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 PROV/</a:t>
                      </a:r>
                    </a:p>
                    <a:p>
                      <a:pPr>
                        <a:defRPr sz="1100"/>
                      </a:pPr>
                      <a: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13.COUNTRY OF 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14.COUNTRY OF CONSIGNMENT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15.PORT OF 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16.PORT OF SHIPMENT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  <a:gridCol w="41757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BE1240520241938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INBOM4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3551139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AABCL8743KCH001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AIR CARGO COMPLEX, SAHAR, ANDHERI(E) MUMBAI 400099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II - INVOICE &amp; VALUATION DETAILS (Invoice 1 1 )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</a:t>
                      </a:r>
                    </a:p>
                    <a:p>
                      <a:pPr>
                        <a:defRPr sz="1100"/>
                      </a:pPr>
                      <a:r>
                        <a:t>C</a:t>
                      </a:r>
                    </a:p>
                    <a:p>
                      <a:pPr>
                        <a:defRPr sz="1100"/>
                      </a:pPr>
                      <a:r>
                        <a:t>OI</a:t>
                      </a:r>
                    </a:p>
                    <a:p>
                      <a:pPr>
                        <a:defRPr sz="1100"/>
                      </a:pPr>
                      <a:r>
                        <a:t>.AV</a:t>
                      </a:r>
                    </a:p>
                    <a:p>
                      <a:pPr>
                        <a:defRPr sz="1100"/>
                      </a:pPr>
                      <a:r>
                        <a:t>N</a:t>
                      </a:r>
                    </a:p>
                    <a:p>
                      <a:pPr>
                        <a:defRPr sz="1100"/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2.INVOICE NO. &amp; DT.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3.PURCHASE ORDER NO &amp; 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4.LC NO &amp;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5.CONTRACT NO &amp;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4085109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16-MAY-24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SEITRAP</a:t>
                      </a:r>
                    </a:p>
                    <a:p>
                      <a:pPr>
                        <a:defRPr sz="1100"/>
                      </a:pPr>
                      <a:r>
                        <a:t>B.</a:t>
                      </a:r>
                    </a:p>
                    <a:p>
                      <a:pPr>
                        <a:defRPr sz="1100"/>
                      </a:pPr>
                      <a:r>
                        <a:t>GNITCASNART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1.BUYER'S NAME &amp;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</a:t>
                      </a:r>
                    </a:p>
                    <a:p>
                      <a:pPr>
                        <a:defRPr sz="1100"/>
                      </a:pPr>
                      <a:r>
                        <a:t>2.SELLER'S NAME &amp;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62"/>
                <a:gridCol w="402678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BE1240520241938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INBOM4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3551139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AABCL8743KCH001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AIR CARGO COMPLEX, SAHAR, ANDHERI(E) MUMBAI 400099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III - DUTIES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 SLIATED</a:t>
                      </a:r>
                    </a:p>
                    <a:p>
                      <a:pPr>
                        <a:defRPr sz="1100"/>
                      </a:pPr>
                      <a:r>
                        <a:t>E</a:t>
                      </a:r>
                    </a:p>
                    <a:p>
                      <a:pPr>
                        <a:defRPr sz="1100"/>
                      </a:pPr>
                      <a:r>
                        <a:t>T</a:t>
                      </a:r>
                    </a:p>
                    <a:p>
                      <a:pPr>
                        <a:defRPr sz="1100"/>
                      </a:pPr>
                      <a:r>
                        <a:t>I</a:t>
                      </a:r>
                    </a:p>
                    <a:p>
                      <a:pPr>
                        <a:defRPr sz="1100"/>
                      </a:pPr>
                      <a:r>
                        <a:t>.A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1.INVSNO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2.ITEMSN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3.CTH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4.CETH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5.ITEM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7.PQ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9.WC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10.AQ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39269099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NOEXCISE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46808-16 SEALING PLUG (BLUE) VEA (FOR</a:t>
                      </a:r>
                    </a:p>
                    <a:p>
                      <a:pPr>
                        <a:defRPr sz="1100"/>
                      </a:pPr>
                      <a:r>
                        <a:t>CONNECTOR)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11.UPI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13.C.QTY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14.C.UQC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15.S.QTY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16.S.UQC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18.STND/PR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19.RSP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20.REIMP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21.PROV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22.END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</a:t>
                      </a:r>
                    </a:p>
                    <a:p>
                      <a:pPr>
                        <a:defRPr sz="1100"/>
                      </a:pPr>
                      <a: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GNX200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18"/>
                <a:gridCol w="21683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BE1240520241938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INBOM4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3551139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AABCL8743KCH001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AIR CARGO COMPLEX, SAHAR, ANDHERI(E) MUMBAI 400099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IV - ADDITIONAL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A. SVB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1.INVSNO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2.ITMSNO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3.REF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 REF 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 PRT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7.P/F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8.LOAD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9.P/F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B. PREVIOUS 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08"/>
                <a:gridCol w="66322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BE1240520241938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INBOM4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3551139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AABCL8743KCH001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AIR CARGO COMPLEX, SAHAR, ANDHERI(E) MUMBAI 400099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V - OTHER COMPLIANCES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SECNAILPMOC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A. EXAMINATION ORDER 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A1.EXAMINATION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OPEN AND EXAMINE S/20% OF PKGS. FROM THE CONTAINER/LOTS/CARGO TO VERIFY DESCRIPTION OF THE GOODS W.R.T. CTH,</a:t>
                      </a:r>
                    </a:p>
                    <a:p>
                      <a:pPr>
                        <a:defRPr sz="1100"/>
                      </a:pPr>
                      <a:r>
                        <a:t>INVOICE, PACKING LIST, AIRWAY BILL/ BILL OF LADING AND OTHER IMPORT DOCUMENTS. VERIFY COUNTRY OF ORIGIN,</a:t>
                      </a:r>
                    </a:p>
                    <a:p>
                      <a:pPr>
                        <a:defRPr sz="1100"/>
                      </a:pPr>
                      <a:r>
                        <a:t>MAKE/MODEL/BRAND AND OTHER TECHNICAL SPECIFICATIONS AS PER DECLARATION IN THE BILL OF ENTRY. VERIFY</a:t>
                      </a:r>
                    </a:p>
                    <a:p>
                      <a:pPr>
                        <a:defRPr sz="1100"/>
                      </a:pPr>
                      <a:r>
                        <a:t>REQUIREMENT OF COO CERTIFICATE / BIS CERTIFICATE/WPC LICENCE /ETA/DGFT AUTHORIZATION/ EPRA/ MTCTE /MOEF/LMPC</a:t>
                      </a:r>
                    </a:p>
                    <a:p>
                      <a:pPr>
                        <a:defRPr sz="1100"/>
                      </a:pPr>
                      <a:r>
                        <a:t>/SIMS /NFMIMS/ CHIMS AND OTHER MANDATORY COMPLIANCES. IN CASE OF NON-SUBMISSION OF ANY DOCUMENTS OR ANY</a:t>
                      </a:r>
                    </a:p>
                    <a:p>
                      <a:pPr>
                        <a:defRPr sz="1100"/>
                      </a:pPr>
                      <a:r>
                        <a:t>DISCREPANCY, 100% EXAMINATION MAY BE CARRIED OUT AND THE B/E MAY BE MARKED TO GROUP WITH DETAILED COMMENTS.</a:t>
                      </a:r>
                    </a:p>
                    <a:p>
                      <a:pPr>
                        <a:defRPr sz="1100"/>
                      </a:pPr>
                      <a:r>
                        <a:t>By 100XXXXX on 19/05/2024 at 03:10P.M.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BE1240520241938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INBOM4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3551139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AABCL8743KCH001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AIR CARGO COMPLEX, SAHAR, ANDHERI(E) MUMBAI 400099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V - OTHER COMPLIANCES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SECNAILPMOC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B1. PGA EXAMINATION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 No Item No Agency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</a:t>
                      </a:r>
                    </a:p>
                    <a:p>
                      <a:pPr>
                        <a:defRPr sz="1100"/>
                      </a:pPr>
                      <a:r>
                        <a:t>G</a:t>
                      </a:r>
                    </a:p>
                    <a:p>
                      <a:pPr>
                        <a:defRPr sz="1100"/>
                      </a:pPr>
                      <a:r>
                        <a:t>R</a:t>
                      </a:r>
                    </a:p>
                    <a:p>
                      <a:pPr>
                        <a:defRPr sz="1100"/>
                      </a:pPr>
                      <a:r>
                        <a:t>A</a:t>
                      </a:r>
                    </a:p>
                    <a:p>
                      <a:pPr>
                        <a:defRPr sz="1100"/>
                      </a:pPr>
                      <a:r>
                        <a:t>H</a:t>
                      </a:r>
                    </a:p>
                    <a:p>
                      <a:pPr>
                        <a:defRPr sz="1100"/>
                      </a:pPr>
                      <a:r>
                        <a:t>Y</a:t>
                      </a:r>
                    </a:p>
                    <a:p>
                      <a:pPr>
                        <a:defRPr sz="1100"/>
                      </a:pPr>
                      <a:r>
                        <a:t>C</a:t>
                      </a:r>
                    </a:p>
                    <a:p>
                      <a:pPr>
                        <a:defRPr sz="1100"/>
                      </a:pPr>
                      <a:r>
                        <a:t>P</a:t>
                      </a:r>
                    </a:p>
                    <a:p>
                      <a:pPr>
                        <a:defRPr sz="1100"/>
                      </a:pPr>
                      <a:r>
                        <a:t>F O</a:t>
                      </a:r>
                    </a:p>
                    <a:p>
                      <a:pPr>
                        <a:defRPr sz="1100"/>
                      </a:pPr>
                      <a:r>
                        <a:t>O</a:t>
                      </a:r>
                    </a:p>
                    <a:p>
                      <a:pPr>
                        <a:defRPr sz="1100"/>
                      </a:pPr>
                      <a:r>
                        <a:t>C</a:t>
                      </a:r>
                    </a:p>
                    <a:p>
                      <a:pPr>
                        <a:defRPr sz="1100"/>
                      </a:pPr>
                      <a:r>
                        <a:t>T</a:t>
                      </a:r>
                    </a:p>
                    <a:p>
                      <a:pPr>
                        <a:defRPr sz="1100"/>
                      </a:pPr>
                      <a:r>
                        <a:t>U</a:t>
                      </a:r>
                    </a:p>
                    <a:p>
                      <a:pPr>
                        <a:defRPr sz="1100"/>
                      </a:pPr>
                      <a:r>
                        <a:t>O</a:t>
                      </a:r>
                    </a:p>
                    <a:p>
                      <a:pPr>
                        <a:defRPr sz="1100"/>
                      </a:pPr>
                      <a:r>
                        <a:t>Page 6 Of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  <a:gridCol w="93954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 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No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Da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 Type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BE1240520241938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INBOM4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3551139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18/05/2024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IEC/Br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0388081554/0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OOC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GSTIN/TYPE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27AACCA3419J1ZS/G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CB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AABCL8743KCH001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 : AIR CARGO COMPLEX, SAHAR, ANDHERI(E) MUMBAI 400099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 OF ENTRY FOR HOME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G.WT (KGS)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 - VI - DECLARATION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TNEMETATS</a:t>
                      </a:r>
                    </a:p>
                    <a:p>
                      <a:pPr>
                        <a:defRPr sz="1100"/>
                      </a:pPr>
                      <a:r>
                        <a:t>NOITARALCED.A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Declaration for 0/0: I/We declare that the contents of this Bill of Entry for goods imported against above mentioned Bill of Lading/ Airway Bill</a:t>
                      </a:r>
                    </a:p>
                    <a:p>
                      <a:pPr>
                        <a:defRPr sz="1100"/>
                      </a:pPr>
                      <a:r>
                        <a:t>/Lorry Receipt/Railway Receipt numbers are in accordance with the above mentioned invoice(s) No(s)and other documents presented herewith.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Declaration for 0/0: I/We declare that the contents of the above mentioned invoice(s) and documents are true and correct in every respect.I/We</a:t>
                      </a:r>
                    </a:p>
                    <a:p>
                      <a:pPr>
                        <a:defRPr sz="1100"/>
                      </a:pPr>
                      <a:r>
                        <a:t>have not received and do not know of any other documents or information showing a different description, quantity, price, value, of the said</a:t>
                      </a:r>
                    </a:p>
                    <a:p>
                      <a:pPr>
                        <a:defRPr sz="1100"/>
                      </a:pPr>
                      <a:r>
                        <a:t>goods and that if at any time hereafter I/We discover any document / information showing different facts, I/We will immediately make the same</a:t>
                      </a:r>
                    </a:p>
                    <a:p>
                      <a:pPr>
                        <a:defRPr sz="1100"/>
                      </a:pPr>
                      <a:r>
                        <a:t>known to the Commissioner of Customs.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</a:t>
                      </a:r>
                    </a:p>
                    <a:p>
                      <a:pPr>
                        <a:defRPr sz="1100"/>
                      </a:pPr>
                      <a:r>
                        <a:t>Declaration for 1/0: I/We declare that all conditions or restrictions, if any, imposed by the seller of any third party on the disposition or use of the</a:t>
                      </a:r>
                    </a:p>
                    <a:p>
                      <a:pPr>
                        <a:defRPr sz="1100"/>
                      </a:pPr>
                      <a:r>
                        <a:t>imported goods [as per proviso to Rule 3(2)) of the Customs Valuation Rules, 2007] are specified above.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Declaration for 1/0: I/We declare that the price paid or payable by the importer is asP per the details provided above, and any price paid or</a:t>
                      </a:r>
                    </a:p>
                    <a:p>
                      <a:pPr>
                        <a:defRPr sz="1100"/>
                      </a:pPr>
                      <a:r>
                        <a:t>payable in addition to the above will be settled with the seller at the end of a defined period by means of debit note / credit note (post ¿ import</a:t>
                      </a:r>
                    </a:p>
                    <a:p>
                      <a:pPr>
                        <a:defRPr sz="1100"/>
                      </a:pPr>
                      <a:r>
                        <a:t>price adjustment), which are as per the contract attached as a supporting document.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