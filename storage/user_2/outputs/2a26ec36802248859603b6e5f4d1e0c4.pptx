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1724890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1724890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876" y="699994"/>
            <a:ext cx="111127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ORIGINAL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6368" y="699994"/>
            <a:ext cx="5421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95770" y="699994"/>
            <a:ext cx="120243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RECIPIENT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7876" y="1188576"/>
            <a:ext cx="4624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7588" y="1188576"/>
            <a:ext cx="95189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Number: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7876" y="1478448"/>
            <a:ext cx="737557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c909eeaa4479febb63a5a0d93e7e39d93809a8fc6a63c1ecae9ab1c8aac4a70d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7876" y="1769344"/>
            <a:ext cx="8156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Invoice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0761" y="1769344"/>
            <a:ext cx="6560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Type: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9283" y="1769344"/>
            <a:ext cx="9975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SEZWOP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6899" y="2615400"/>
            <a:ext cx="5649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BILL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89040" y="2615400"/>
            <a:ext cx="4624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TO: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3809" y="2615400"/>
            <a:ext cx="5878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8893" y="2615400"/>
            <a:ext cx="4624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TO: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6899" y="2836645"/>
            <a:ext cx="112253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LABCORP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6659" y="2836645"/>
            <a:ext cx="124790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SCIENTIFIC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1791" y="2836645"/>
            <a:ext cx="114568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4699" y="2836645"/>
            <a:ext cx="25763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&amp;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9556" y="2836645"/>
            <a:ext cx="130485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SOLUTIONS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3809" y="2836645"/>
            <a:ext cx="112253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LABCORP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3568" y="2836645"/>
            <a:ext cx="124790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SCIENTIFIC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8700" y="2836645"/>
            <a:ext cx="114568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61609" y="2836645"/>
            <a:ext cx="25763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&amp;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465" y="2836645"/>
            <a:ext cx="130485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SOLUTIONS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6899" y="3057890"/>
            <a:ext cx="9975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PRIVATE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21697" y="3057890"/>
            <a:ext cx="92915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LIMITED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3809" y="3057890"/>
            <a:ext cx="9975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PRIVATE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48606" y="3057890"/>
            <a:ext cx="92915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LIMITED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6899" y="3279135"/>
            <a:ext cx="7585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QUBIX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82629" y="3279135"/>
            <a:ext cx="115695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BUSINESS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86805" y="3279135"/>
            <a:ext cx="69008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PARK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24113" y="3279135"/>
            <a:ext cx="56512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PVT.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36459" y="3279135"/>
            <a:ext cx="5649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LTD.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48599" y="3279135"/>
            <a:ext cx="50817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SEZ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03995" y="3279135"/>
            <a:ext cx="66734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BLUE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3809" y="3279135"/>
            <a:ext cx="7585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QUBIX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09539" y="3279135"/>
            <a:ext cx="115695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BUSINESS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3714" y="3279135"/>
            <a:ext cx="69008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PARK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51022" y="3279135"/>
            <a:ext cx="56512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PVT.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63368" y="3279135"/>
            <a:ext cx="5649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LTD.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09" y="3279135"/>
            <a:ext cx="50817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SEZ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0905" y="3279135"/>
            <a:ext cx="66734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BLUE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76899" y="3500380"/>
            <a:ext cx="7585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RIDGE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82629" y="3500380"/>
            <a:ext cx="40574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IT6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35597" y="3500380"/>
            <a:ext cx="48543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1ST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68253" y="3500380"/>
            <a:ext cx="5079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FLR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23444" y="3500380"/>
            <a:ext cx="30331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73983" y="3500380"/>
            <a:ext cx="4739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NO.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95168" y="3500380"/>
            <a:ext cx="62227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154/6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3809" y="3500380"/>
            <a:ext cx="7585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RIDGE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09539" y="3500380"/>
            <a:ext cx="40574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IT6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62506" y="3500380"/>
            <a:ext cx="48543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1ST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95163" y="3500380"/>
            <a:ext cx="5079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FLR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50353" y="3500380"/>
            <a:ext cx="30331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00893" y="3500380"/>
            <a:ext cx="4739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NO.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22077" y="3500380"/>
            <a:ext cx="62227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154/6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76899" y="3721625"/>
            <a:ext cx="69008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NEAR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14207" y="3721625"/>
            <a:ext cx="7130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RAJIV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474459" y="3721625"/>
            <a:ext cx="91768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GANDHI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39363" y="3721625"/>
            <a:ext cx="11567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INFOTECH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43333" y="3721625"/>
            <a:ext cx="69008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PARK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3809" y="3721625"/>
            <a:ext cx="69008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NEAR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41117" y="3721625"/>
            <a:ext cx="7130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RAJIV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01369" y="3721625"/>
            <a:ext cx="91768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GANDHI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66272" y="3721625"/>
            <a:ext cx="11567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INFOTECH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70243" y="3721625"/>
            <a:ext cx="69008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PARK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76899" y="3942869"/>
            <a:ext cx="7357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PUNE,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59890" y="3942869"/>
            <a:ext cx="138475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Maharashtra,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91866" y="3942869"/>
            <a:ext cx="85007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411057,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989167" y="3942869"/>
            <a:ext cx="5878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India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03809" y="3942869"/>
            <a:ext cx="7357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PUNE,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086800" y="3942869"/>
            <a:ext cx="138475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Maharashtra,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18775" y="3942869"/>
            <a:ext cx="85007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411057,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16076" y="3942869"/>
            <a:ext cx="5878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India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76899" y="4164114"/>
            <a:ext cx="9404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Contact: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64542" y="4164114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03809" y="4164114"/>
            <a:ext cx="53091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GST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81943" y="4164114"/>
            <a:ext cx="49670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Reg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25867" y="4164114"/>
            <a:ext cx="4510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No: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24108" y="4164114"/>
            <a:ext cx="202226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27AAKCS7755B2Z3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76899" y="4385359"/>
            <a:ext cx="53091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GST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655034" y="4385359"/>
            <a:ext cx="49670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Reg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098958" y="4385359"/>
            <a:ext cx="4510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No: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497198" y="4385359"/>
            <a:ext cx="202226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27AAKCS7755B2Z3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03809" y="4385359"/>
            <a:ext cx="38300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SP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734037" y="4385359"/>
            <a:ext cx="6788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State: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360078" y="4385359"/>
            <a:ext cx="188562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Maharashtra,State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192928" y="4385359"/>
            <a:ext cx="69008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Code: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830236" y="4385359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27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76899" y="4657818"/>
            <a:ext cx="64501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Place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769139" y="4657818"/>
            <a:ext cx="30311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019473" y="4657818"/>
            <a:ext cx="86093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Supply: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827632" y="4657818"/>
            <a:ext cx="188562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Maharashtra,State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660481" y="4657818"/>
            <a:ext cx="69008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Code: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297789" y="4657818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27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47876" y="5079822"/>
            <a:ext cx="4626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Tax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57793" y="5079822"/>
            <a:ext cx="8156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Invoice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151714" y="5079822"/>
            <a:ext cx="148779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F20008010151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686811" y="5070604"/>
            <a:ext cx="6218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Copy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403809" y="5063147"/>
            <a:ext cx="4830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Your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822699" y="5063147"/>
            <a:ext cx="90211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Reference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552752" y="5063147"/>
            <a:ext cx="10209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0250000401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403809" y="5295659"/>
            <a:ext cx="4011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Our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740756" y="5295659"/>
            <a:ext cx="90211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Reference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552752" y="5295659"/>
            <a:ext cx="6564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766608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47876" y="5411403"/>
            <a:ext cx="5014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Page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85121" y="5411403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21801" y="5411403"/>
            <a:ext cx="2644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22069" y="5411403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3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093330" y="5369694"/>
            <a:ext cx="8156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Invoice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856215" y="5369694"/>
            <a:ext cx="116842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Reference: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971863" y="5369694"/>
            <a:ext cx="10209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92072493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47876" y="5759658"/>
            <a:ext cx="6744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Invoice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58184" y="5759658"/>
            <a:ext cx="46486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Date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396819" y="5759658"/>
            <a:ext cx="9298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20.02.2023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403809" y="5760683"/>
            <a:ext cx="7652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Account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104909" y="5760683"/>
            <a:ext cx="51960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Clerk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552752" y="5760683"/>
            <a:ext cx="66529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Devesh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153882" y="5760683"/>
            <a:ext cx="86556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Harchekar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47876" y="5992170"/>
            <a:ext cx="8745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Customer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58287" y="5992170"/>
            <a:ext cx="32818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No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396819" y="5992170"/>
            <a:ext cx="7475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4024435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552752" y="5993195"/>
            <a:ext cx="38767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+27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876261" y="5993195"/>
            <a:ext cx="2919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22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104061" y="5993195"/>
            <a:ext cx="4742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6219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514101" y="5993195"/>
            <a:ext cx="4742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7000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47876" y="6457194"/>
            <a:ext cx="7928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Payment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76509" y="6457194"/>
            <a:ext cx="46486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Date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396819" y="6457194"/>
            <a:ext cx="9298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22.03.2023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47876" y="6689706"/>
            <a:ext cx="60154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Terms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85255" y="6689706"/>
            <a:ext cx="2644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85522" y="6689706"/>
            <a:ext cx="7928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Payment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396819" y="6689706"/>
            <a:ext cx="2919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30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624619" y="6689706"/>
            <a:ext cx="4830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Days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043509" y="6689706"/>
            <a:ext cx="36473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Net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47876" y="7086103"/>
            <a:ext cx="4466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Item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96511" y="7086103"/>
            <a:ext cx="5194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Code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649937" y="7086103"/>
            <a:ext cx="38292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Qty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005363" y="7086103"/>
            <a:ext cx="49207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UOM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771225" y="7086103"/>
            <a:ext cx="4283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Unit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135377" y="7086103"/>
            <a:ext cx="5105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Price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423090" y="7086103"/>
            <a:ext cx="37374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Net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732669" y="7086103"/>
            <a:ext cx="5105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Price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96511" y="7331931"/>
            <a:ext cx="101125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Description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38996" y="7666871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1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96511" y="7666871"/>
            <a:ext cx="113892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PAN-PA-3220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838118" y="7666871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2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168224" y="7666871"/>
            <a:ext cx="32835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EA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579684" y="7666871"/>
            <a:ext cx="106648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1,689,890.22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177262" y="7666871"/>
            <a:ext cx="106648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3,379,780.44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96511" y="7953670"/>
            <a:ext cx="4376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Palo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70005" y="7953670"/>
            <a:ext cx="39210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Alto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397939" y="7953670"/>
            <a:ext cx="79263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Networks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126408" y="7953670"/>
            <a:ext cx="74740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PA-3220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809645" y="7953670"/>
            <a:ext cx="4011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with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146593" y="7953670"/>
            <a:ext cx="80214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redundan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96511" y="8240469"/>
            <a:ext cx="45568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HSN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088032" y="8240469"/>
            <a:ext cx="54697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Code: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728686" y="8240469"/>
            <a:ext cx="8386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85177010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96511" y="8527267"/>
            <a:ext cx="5286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Order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160961" y="8527267"/>
            <a:ext cx="4102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Ref: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090558" y="8527267"/>
            <a:ext cx="6564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766608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682839" y="8527267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/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2773959" y="8527267"/>
            <a:ext cx="2919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10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541966" y="8527267"/>
            <a:ext cx="8563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Fulfillment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334186" y="8527267"/>
            <a:ext cx="5014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Date: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375389" y="8527267"/>
            <a:ext cx="9298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20.02.2023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96511" y="8814066"/>
            <a:ext cx="5377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IGST: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352379" y="8814066"/>
            <a:ext cx="6654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0.000%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96511" y="9100865"/>
            <a:ext cx="5286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Serial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160961" y="9100865"/>
            <a:ext cx="82000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Numbers: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916799" y="9100865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(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016933" y="9100865"/>
            <a:ext cx="115760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16201048534,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3110374" y="9100865"/>
            <a:ext cx="111204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16201048539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4158255" y="9100865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)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38996" y="9633492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2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696511" y="9633492"/>
            <a:ext cx="158485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PAN-SFP-PLUS-SR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5838118" y="9633492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4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6168224" y="9633492"/>
            <a:ext cx="32835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EA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7715913" y="9633492"/>
            <a:ext cx="9298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125,118.00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313492" y="9633492"/>
            <a:ext cx="9298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500,472.00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696511" y="9920290"/>
            <a:ext cx="5241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SFP+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156536" y="9920290"/>
            <a:ext cx="43749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form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529867" y="9920290"/>
            <a:ext cx="56516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factor,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2030863" y="9920290"/>
            <a:ext cx="33736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SR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304060" y="9920290"/>
            <a:ext cx="5105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10Gb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2750483" y="9920290"/>
            <a:ext cx="58335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optical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3269671" y="9920290"/>
            <a:ext cx="55598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transc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96511" y="10207089"/>
            <a:ext cx="45568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HSN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088032" y="10207089"/>
            <a:ext cx="54697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Code: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2728686" y="10207089"/>
            <a:ext cx="8386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85176290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696511" y="10493888"/>
            <a:ext cx="5286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Order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160961" y="10493888"/>
            <a:ext cx="4102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Ref: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2090558" y="10493888"/>
            <a:ext cx="6564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766608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2682839" y="10493888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/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2773959" y="10493888"/>
            <a:ext cx="2919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20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541966" y="10493888"/>
            <a:ext cx="8563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Fulfillment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4334186" y="10493888"/>
            <a:ext cx="5014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Date: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5375389" y="10493888"/>
            <a:ext cx="9298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20.02.2023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96511" y="10780687"/>
            <a:ext cx="5377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IGST: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352379" y="10780687"/>
            <a:ext cx="6654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0.000%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696511" y="11067486"/>
            <a:ext cx="5286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Serial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160961" y="11067486"/>
            <a:ext cx="82000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Numbers: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916799" y="11067486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(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2016933" y="11067486"/>
            <a:ext cx="11664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DD227471906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3119224" y="11067486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to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3301464" y="11067486"/>
            <a:ext cx="11664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DD227471909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4403755" y="11067486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)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247876" y="12370372"/>
            <a:ext cx="61957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NOTE: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803528" y="12370372"/>
            <a:ext cx="45568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HSN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195049" y="12370372"/>
            <a:ext cx="107501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Classification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2205893" y="12370372"/>
            <a:ext cx="8475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applicable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2989263" y="12370372"/>
            <a:ext cx="30098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for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3226077" y="12370372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3499437" y="12370372"/>
            <a:ext cx="46486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main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3900136" y="12370372"/>
            <a:ext cx="65628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product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4492253" y="12370372"/>
            <a:ext cx="7564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including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5184504" y="12370372"/>
            <a:ext cx="2736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its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5393949" y="12370372"/>
            <a:ext cx="47404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parts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5803825" y="12370372"/>
            <a:ext cx="3830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and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6122746" y="12370372"/>
            <a:ext cx="97487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accessories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7390192" y="12288717"/>
            <a:ext cx="49670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Sub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7834116" y="12288717"/>
            <a:ext cx="5991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Total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9189240" y="12288717"/>
            <a:ext cx="13056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3,880,252.44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10526542" y="12288717"/>
            <a:ext cx="4624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INR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247876" y="12616200"/>
            <a:ext cx="4650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have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648739" y="12616200"/>
            <a:ext cx="4742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been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1058779" y="12616200"/>
            <a:ext cx="7928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disclosed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1787412" y="12616200"/>
            <a:ext cx="55615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based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2279395" y="12616200"/>
            <a:ext cx="2919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2507195" y="12616200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2780556" y="12616200"/>
            <a:ext cx="75625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Customs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3472642" y="12616200"/>
            <a:ext cx="107501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Classification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4483485" y="12616200"/>
            <a:ext cx="9386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Legislation.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47876" y="14097311"/>
            <a:ext cx="565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Bank: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3151714" y="14097311"/>
            <a:ext cx="81984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Account: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5183889" y="14097311"/>
            <a:ext cx="4830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IFSC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5602779" y="14097311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#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6867808" y="14097311"/>
            <a:ext cx="56483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IBAN: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9945775" y="14097311"/>
            <a:ext cx="108386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SWIFT-Code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247876" y="14269391"/>
            <a:ext cx="103846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JPMORGAN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1222172" y="14269391"/>
            <a:ext cx="67431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CHASE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832317" y="14269391"/>
            <a:ext cx="55598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BANK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2324136" y="14269391"/>
            <a:ext cx="42848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N.A.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3151714" y="14269391"/>
            <a:ext cx="3919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INR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3479484" y="14269391"/>
            <a:ext cx="10209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5385178495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5183889" y="14269391"/>
            <a:ext cx="12208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CHAS0INBX01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9945775" y="14269391"/>
            <a:ext cx="9475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CHASINBX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247876" y="14441470"/>
            <a:ext cx="69250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Mumbai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174127" y="14735439"/>
            <a:ext cx="4283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NTT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538280" y="14735439"/>
            <a:ext cx="4650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India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939143" y="14735439"/>
            <a:ext cx="6197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Private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1494713" y="14735439"/>
            <a:ext cx="6379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Limited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174127" y="14907518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5th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447488" y="14907518"/>
            <a:ext cx="47404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floor,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857364" y="14907518"/>
            <a:ext cx="82033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No:143/1,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1613530" y="14907518"/>
            <a:ext cx="73806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Uthamar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2287425" y="14907518"/>
            <a:ext cx="6380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Gandhi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2861351" y="14907518"/>
            <a:ext cx="5014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Road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74127" y="15079597"/>
            <a:ext cx="4650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Opp.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574990" y="15079597"/>
            <a:ext cx="39210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902924" y="15079597"/>
            <a:ext cx="4466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Park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1285432" y="15079597"/>
            <a:ext cx="5377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Hotel,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1759060" y="15079597"/>
            <a:ext cx="130281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Nungambakkam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174127" y="15251677"/>
            <a:ext cx="38292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PIN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492884" y="15251677"/>
            <a:ext cx="5014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Code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975689" y="15252496"/>
            <a:ext cx="19167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MT"/>
              </a:defRPr>
            </a:pPr>
            <a:r>
              <a:t>–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1103192" y="15251677"/>
            <a:ext cx="7020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600034,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174127" y="15423756"/>
            <a:ext cx="3919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City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01898" y="15423756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-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602031" y="15423756"/>
            <a:ext cx="7200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Chennai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174127" y="15595835"/>
            <a:ext cx="49239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State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602359" y="15595835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-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702493" y="15595835"/>
            <a:ext cx="51026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Tamil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1148588" y="15595835"/>
            <a:ext cx="5014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Nadu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174127" y="15767915"/>
            <a:ext cx="38292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Tax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492884" y="15767915"/>
            <a:ext cx="66529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number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1094014" y="15767915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3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1230694" y="15767915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-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1330828" y="15767915"/>
            <a:ext cx="163090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33AAACD2145G1Z8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174127" y="15939994"/>
            <a:ext cx="66703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________________________________________________________________________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174127" y="16112073"/>
            <a:ext cx="83836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Corporate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948320" y="16112073"/>
            <a:ext cx="5377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Office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1421948" y="16112073"/>
            <a:ext cx="7108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Address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2068639" y="16112073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: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2159759" y="16112073"/>
            <a:ext cx="4742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1701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2569799" y="16112073"/>
            <a:ext cx="57434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-1704,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3079974" y="16112073"/>
            <a:ext cx="69250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B-Wing,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3708309" y="16112073"/>
            <a:ext cx="46486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ONE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4109008" y="16112073"/>
            <a:ext cx="4466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BKC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4491516" y="16112073"/>
            <a:ext cx="3535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"G"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4780937" y="16112073"/>
            <a:ext cx="55598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Block,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5272756" y="16112073"/>
            <a:ext cx="6380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Bandra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174127" y="16284153"/>
            <a:ext cx="4922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Kurla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602195" y="16284153"/>
            <a:ext cx="80181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Complex,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39842" y="16284153"/>
            <a:ext cx="6380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Bandra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1913767" y="16284153"/>
            <a:ext cx="59236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(East),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2441969" y="16284153"/>
            <a:ext cx="69250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Mumbai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3070304" y="16284153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-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3170438" y="16284153"/>
            <a:ext cx="3830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400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3489358" y="16284153"/>
            <a:ext cx="4286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051.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3853839" y="16284153"/>
            <a:ext cx="5105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India.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1724890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876" y="699994"/>
            <a:ext cx="111127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ORIGINAL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6368" y="699994"/>
            <a:ext cx="5421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95770" y="699994"/>
            <a:ext cx="120243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RECIPIENT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7876" y="1188576"/>
            <a:ext cx="4624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7588" y="1188576"/>
            <a:ext cx="95189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Number: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7876" y="1478448"/>
            <a:ext cx="737557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c909eeaa4479febb63a5a0d93e7e39d93809a8fc6a63c1ecae9ab1c8aac4a70d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7876" y="2060240"/>
            <a:ext cx="4626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793" y="2060240"/>
            <a:ext cx="8156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Invoice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1714" y="2060240"/>
            <a:ext cx="148779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F20008010151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86811" y="2051021"/>
            <a:ext cx="6218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Copy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7876" y="2391820"/>
            <a:ext cx="5014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121" y="2391820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801" y="2391820"/>
            <a:ext cx="2644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2069" y="2391820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3330" y="2350111"/>
            <a:ext cx="8156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Invoice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6215" y="2350111"/>
            <a:ext cx="116842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Reference: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71863" y="2350111"/>
            <a:ext cx="10209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92072493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7876" y="2789241"/>
            <a:ext cx="4466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511" y="2789241"/>
            <a:ext cx="5194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49937" y="2789241"/>
            <a:ext cx="38292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Qty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05363" y="2789241"/>
            <a:ext cx="49207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UOM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1225" y="2789241"/>
            <a:ext cx="4283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Unit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5377" y="2789241"/>
            <a:ext cx="5105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Price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3090" y="2789241"/>
            <a:ext cx="37374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32669" y="2789241"/>
            <a:ext cx="5105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Price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511" y="3035069"/>
            <a:ext cx="101125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Description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996" y="3370009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511" y="3370009"/>
            <a:ext cx="13932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DDNC-INBOUND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5619" y="3370009"/>
            <a:ext cx="98405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LOGISTICS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5506" y="3370009"/>
            <a:ext cx="56483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(NPR)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8118" y="3370009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68224" y="3370009"/>
            <a:ext cx="32835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EA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6787" y="3370009"/>
            <a:ext cx="4286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0.00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14365" y="3370009"/>
            <a:ext cx="4286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0.00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6511" y="3656808"/>
            <a:ext cx="86540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INBOUND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97745" y="3656808"/>
            <a:ext cx="98405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LOGISTICS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17632" y="3656808"/>
            <a:ext cx="56483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(NPR)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6511" y="3943607"/>
            <a:ext cx="45568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HSN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032" y="3943607"/>
            <a:ext cx="54697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Code: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28686" y="3943607"/>
            <a:ext cx="6564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996763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6511" y="4230406"/>
            <a:ext cx="5286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Order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60961" y="4230406"/>
            <a:ext cx="4102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Ref: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90558" y="4230406"/>
            <a:ext cx="6564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766608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82839" y="4230406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/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73959" y="4230406"/>
            <a:ext cx="2919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30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6511" y="4517205"/>
            <a:ext cx="5377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IGST: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52379" y="4517205"/>
            <a:ext cx="6654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0.000%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7876" y="4992758"/>
            <a:ext cx="9293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SUPPLY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4456" y="4992758"/>
            <a:ext cx="39427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65951" y="4992758"/>
            <a:ext cx="50817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SEZ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21347" y="4992758"/>
            <a:ext cx="58765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UNIT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56227" y="4992758"/>
            <a:ext cx="41701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20462" y="4992758"/>
            <a:ext cx="50817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SEZ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75857" y="4992758"/>
            <a:ext cx="137328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DEVELOPER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96361" y="4992758"/>
            <a:ext cx="5421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FOR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85763" y="4992758"/>
            <a:ext cx="146403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AUTHORISED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97018" y="4992758"/>
            <a:ext cx="14642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OPERATIONS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47876" y="5214003"/>
            <a:ext cx="83799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UNDER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3090" y="5214003"/>
            <a:ext cx="71282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BOND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93137" y="5214003"/>
            <a:ext cx="41701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OR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372" y="5214003"/>
            <a:ext cx="90641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LETTER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11008" y="5214003"/>
            <a:ext cx="39427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52504" y="5214003"/>
            <a:ext cx="162320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UNDERTAKING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22932" y="5214003"/>
            <a:ext cx="106558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WITHOUT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35742" y="5214003"/>
            <a:ext cx="111127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PAYMENT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94235" y="5214003"/>
            <a:ext cx="39427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47876" y="5435248"/>
            <a:ext cx="144129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INTEGRATED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36392" y="5435248"/>
            <a:ext cx="872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GOODS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456022" y="5435248"/>
            <a:ext cx="25763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&amp;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660878" y="5435248"/>
            <a:ext cx="100904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SERVICE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17148" y="5435248"/>
            <a:ext cx="5194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TAX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83811" y="5435248"/>
            <a:ext cx="57618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(LUT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07218" y="5435248"/>
            <a:ext cx="2236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#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78069" y="5435248"/>
            <a:ext cx="190898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AD330322041212X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34272" y="5435248"/>
            <a:ext cx="59933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Valid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80829" y="5435248"/>
            <a:ext cx="6218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From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49920" y="5435248"/>
            <a:ext cx="11348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01.04.2022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31971" y="5435248"/>
            <a:ext cx="30311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82305" y="5435248"/>
            <a:ext cx="120304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31.03.2023)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47876" y="12370372"/>
            <a:ext cx="61957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NOTE: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03528" y="12370372"/>
            <a:ext cx="45568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HSN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95049" y="12370372"/>
            <a:ext cx="107501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Classification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205893" y="12370372"/>
            <a:ext cx="8475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applicable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989263" y="12370372"/>
            <a:ext cx="30098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for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226077" y="12370372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99437" y="12370372"/>
            <a:ext cx="46486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main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900136" y="12370372"/>
            <a:ext cx="65628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product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492253" y="12370372"/>
            <a:ext cx="7564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including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184504" y="12370372"/>
            <a:ext cx="2736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its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93949" y="12370372"/>
            <a:ext cx="47404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parts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803825" y="12370372"/>
            <a:ext cx="3830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and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122746" y="12370372"/>
            <a:ext cx="97487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accessories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390192" y="12288717"/>
            <a:ext cx="49670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Sub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834116" y="12288717"/>
            <a:ext cx="5991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Total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189240" y="12288717"/>
            <a:ext cx="13056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3,880,252.44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526542" y="12288717"/>
            <a:ext cx="4624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47876" y="12616200"/>
            <a:ext cx="4650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have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48739" y="12616200"/>
            <a:ext cx="4742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been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58779" y="12616200"/>
            <a:ext cx="7928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disclosed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787412" y="12616200"/>
            <a:ext cx="55615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based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279395" y="12616200"/>
            <a:ext cx="2919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507195" y="12616200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780556" y="12616200"/>
            <a:ext cx="75625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Customs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472642" y="12616200"/>
            <a:ext cx="107501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Classification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483485" y="12616200"/>
            <a:ext cx="9386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Legislation.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47876" y="14097311"/>
            <a:ext cx="565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Bank: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151714" y="14097311"/>
            <a:ext cx="81984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Account: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183889" y="14097311"/>
            <a:ext cx="4830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IFSC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602779" y="14097311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#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867808" y="14097311"/>
            <a:ext cx="56483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IBAN: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45775" y="14097311"/>
            <a:ext cx="108386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SWIFT-Code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47876" y="14269391"/>
            <a:ext cx="103846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JPMORGAN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222172" y="14269391"/>
            <a:ext cx="67431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CHASE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832317" y="14269391"/>
            <a:ext cx="55598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BANK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324136" y="14269391"/>
            <a:ext cx="42848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N.A.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151714" y="14269391"/>
            <a:ext cx="3919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INR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479484" y="14269391"/>
            <a:ext cx="10209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5385178495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183889" y="14269391"/>
            <a:ext cx="12208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CHAS0INBX01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945775" y="14269391"/>
            <a:ext cx="9475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CHASINBX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47876" y="14441470"/>
            <a:ext cx="69250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Mumbai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74127" y="14735439"/>
            <a:ext cx="4283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NTT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38280" y="14735439"/>
            <a:ext cx="4650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India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39143" y="14735439"/>
            <a:ext cx="6197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Private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494713" y="14735439"/>
            <a:ext cx="6379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Limited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74127" y="14907518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5th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47488" y="14907518"/>
            <a:ext cx="47404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floor,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57364" y="14907518"/>
            <a:ext cx="82033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No:143/1,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613530" y="14907518"/>
            <a:ext cx="73806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Uthamar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287425" y="14907518"/>
            <a:ext cx="6380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Gandhi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861351" y="14907518"/>
            <a:ext cx="5014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Road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74127" y="15079597"/>
            <a:ext cx="4650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Opp.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74990" y="15079597"/>
            <a:ext cx="39210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02924" y="15079597"/>
            <a:ext cx="4466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Park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285432" y="15079597"/>
            <a:ext cx="5377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Hotel,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759060" y="15079597"/>
            <a:ext cx="130281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Nungambakkam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74127" y="15251677"/>
            <a:ext cx="38292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PIN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92884" y="15251677"/>
            <a:ext cx="5014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Code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75689" y="15252496"/>
            <a:ext cx="19167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MT"/>
              </a:defRPr>
            </a:pPr>
            <a:r>
              <a:t>–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103192" y="15251677"/>
            <a:ext cx="7020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600034,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74127" y="15423756"/>
            <a:ext cx="3919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City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01898" y="15423756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-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02031" y="15423756"/>
            <a:ext cx="7200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Chennai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74127" y="15595835"/>
            <a:ext cx="49239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State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02359" y="15595835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-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02493" y="15595835"/>
            <a:ext cx="51026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Tamil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148588" y="15595835"/>
            <a:ext cx="5014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Nadu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74127" y="15767915"/>
            <a:ext cx="38292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Tax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92884" y="15767915"/>
            <a:ext cx="66529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number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94014" y="15767915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3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230694" y="15767915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-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330828" y="15767915"/>
            <a:ext cx="163090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33AAACD2145G1Z8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74127" y="15939994"/>
            <a:ext cx="66703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________________________________________________________________________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74127" y="16112073"/>
            <a:ext cx="83836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Corporate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48320" y="16112073"/>
            <a:ext cx="5377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Office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421948" y="16112073"/>
            <a:ext cx="7108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Address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068639" y="16112073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: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159759" y="16112073"/>
            <a:ext cx="4742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1701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569799" y="16112073"/>
            <a:ext cx="57434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-1704,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079974" y="16112073"/>
            <a:ext cx="69250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B-Wing,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708309" y="16112073"/>
            <a:ext cx="46486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ONE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109008" y="16112073"/>
            <a:ext cx="4466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BKC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491516" y="16112073"/>
            <a:ext cx="3535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"G"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780937" y="16112073"/>
            <a:ext cx="55598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Block,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5272756" y="16112073"/>
            <a:ext cx="6380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Bandra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74127" y="16284153"/>
            <a:ext cx="4922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Kurla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02195" y="16284153"/>
            <a:ext cx="80181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Complex,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339842" y="16284153"/>
            <a:ext cx="6380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Bandra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913767" y="16284153"/>
            <a:ext cx="59236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(East),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2441969" y="16284153"/>
            <a:ext cx="69250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Mumbai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3070304" y="16284153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-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3170438" y="16284153"/>
            <a:ext cx="3830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400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3489358" y="16284153"/>
            <a:ext cx="4286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051.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3853839" y="16284153"/>
            <a:ext cx="5105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India.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1724890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876" y="699994"/>
            <a:ext cx="111127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ORIGINAL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6368" y="699994"/>
            <a:ext cx="5421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95770" y="699994"/>
            <a:ext cx="120243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RECIPIENT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7876" y="1188576"/>
            <a:ext cx="4624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7588" y="1188576"/>
            <a:ext cx="95189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Number: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7876" y="1478448"/>
            <a:ext cx="737557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c909eeaa4479febb63a5a0d93e7e39d93809a8fc6a63c1ecae9ab1c8aac4a70d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7876" y="2060240"/>
            <a:ext cx="4626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793" y="2060240"/>
            <a:ext cx="8156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Invoice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1714" y="2060240"/>
            <a:ext cx="148779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F20008010151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86811" y="2051021"/>
            <a:ext cx="6218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Copy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7876" y="2391820"/>
            <a:ext cx="5014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121" y="2391820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801" y="2391820"/>
            <a:ext cx="2644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2069" y="2391820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3330" y="2350111"/>
            <a:ext cx="8156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Invoice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6215" y="2350111"/>
            <a:ext cx="116842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Reference: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71863" y="2350111"/>
            <a:ext cx="10209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92072493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7876" y="2789241"/>
            <a:ext cx="4466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511" y="2789241"/>
            <a:ext cx="5194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49937" y="2789241"/>
            <a:ext cx="38292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Qty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05363" y="2789241"/>
            <a:ext cx="49207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UOM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1225" y="2789241"/>
            <a:ext cx="4283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Unit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5377" y="2789241"/>
            <a:ext cx="5105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Price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3090" y="2789241"/>
            <a:ext cx="37374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32669" y="2789241"/>
            <a:ext cx="5105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Price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511" y="3035069"/>
            <a:ext cx="101125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Description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7876" y="3968190"/>
            <a:ext cx="4466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GST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383" y="3968190"/>
            <a:ext cx="9930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Breakdown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42990" y="3968190"/>
            <a:ext cx="7200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Taxable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98858" y="3968190"/>
            <a:ext cx="6561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Supply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50811" y="3968190"/>
            <a:ext cx="4466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GST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192" y="3984865"/>
            <a:ext cx="49670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Sub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34116" y="3984865"/>
            <a:ext cx="5991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Total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0467" y="3984865"/>
            <a:ext cx="58806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Excl.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85752" y="3984865"/>
            <a:ext cx="13056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3,880,252.44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90192" y="4230693"/>
            <a:ext cx="53091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GST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84487" y="4230693"/>
            <a:ext cx="50837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0.00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90192" y="4476520"/>
            <a:ext cx="5194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56855" y="4476520"/>
            <a:ext cx="7585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Goods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85511" y="4476520"/>
            <a:ext cx="50837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0.00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90192" y="4722348"/>
            <a:ext cx="5991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Total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10111" y="4722348"/>
            <a:ext cx="4624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85137" y="4722348"/>
            <a:ext cx="13056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3,880,252.44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90192" y="5091089"/>
            <a:ext cx="54238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Paid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79798" y="5091089"/>
            <a:ext cx="88347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Amount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84896" y="5091089"/>
            <a:ext cx="50837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0.00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90192" y="5336917"/>
            <a:ext cx="96356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Payment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00983" y="5336917"/>
            <a:ext cx="49670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Due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85137" y="5336917"/>
            <a:ext cx="13056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3,880,252.44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7876" y="5808824"/>
            <a:ext cx="6744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Amount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8184" y="5808824"/>
            <a:ext cx="95684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Chargeable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750866" y="5808824"/>
            <a:ext cx="29180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(in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78502" y="5808824"/>
            <a:ext cx="60138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words)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7876" y="5980903"/>
            <a:ext cx="36473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Rs.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441" y="5980903"/>
            <a:ext cx="66513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THREE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49407" y="5980903"/>
            <a:ext cx="78345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MILLION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68699" y="5980903"/>
            <a:ext cx="61056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EIGHT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415092" y="5980903"/>
            <a:ext cx="92898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HUNDRED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79913" y="5980903"/>
            <a:ext cx="71987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EIGHTY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35617" y="5980903"/>
            <a:ext cx="10383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THOUSAND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09750" y="5980903"/>
            <a:ext cx="49207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TWO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37654" y="5980903"/>
            <a:ext cx="92898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HUNDRED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02476" y="5980903"/>
            <a:ext cx="10019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FIFTY-TWO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40226" y="5980903"/>
            <a:ext cx="46470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AND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40761" y="5980903"/>
            <a:ext cx="60154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PAISE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78140" y="5980903"/>
            <a:ext cx="118399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FORTY-FOUR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97967" y="5980903"/>
            <a:ext cx="565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ONLY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74127" y="6505335"/>
            <a:ext cx="54156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NTT's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1525" y="6505335"/>
            <a:ext cx="81984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maximum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407199" y="6505335"/>
            <a:ext cx="60138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liability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944414" y="6505335"/>
            <a:ext cx="30098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for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81228" y="6505335"/>
            <a:ext cx="37391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any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490971" y="6505335"/>
            <a:ext cx="5377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single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64598" y="6505335"/>
            <a:ext cx="2554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155852" y="6505335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292532" y="6505335"/>
            <a:ext cx="66529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number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93663" y="6505335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075903" y="6505335"/>
            <a:ext cx="57401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claims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85750" y="6505335"/>
            <a:ext cx="94767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whatsoever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69254" y="6505335"/>
            <a:ext cx="59236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arising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997456" y="6505335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out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70816" y="6505335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53056" y="6505335"/>
            <a:ext cx="2554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44310" y="6505335"/>
            <a:ext cx="2372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817373" y="6505335"/>
            <a:ext cx="90227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connection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655481" y="6505335"/>
            <a:ext cx="4011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with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992428" y="6505335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265789" y="6505335"/>
            <a:ext cx="102961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performance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231236" y="6505335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413476" y="6505335"/>
            <a:ext cx="5105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these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859899" y="6505335"/>
            <a:ext cx="57401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Terms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369745" y="6505335"/>
            <a:ext cx="3830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and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74127" y="6751163"/>
            <a:ext cx="8839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Conditions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93881" y="6751163"/>
            <a:ext cx="3372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will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266913" y="6751163"/>
            <a:ext cx="2919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494713" y="6751163"/>
            <a:ext cx="58319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limited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013737" y="6751163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to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95977" y="6751163"/>
            <a:ext cx="2919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423778" y="6751163"/>
            <a:ext cx="65628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amount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015894" y="6751163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not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289255" y="6751163"/>
            <a:ext cx="85671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exceeding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081803" y="6751163"/>
            <a:ext cx="4376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50%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455297" y="6751163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637537" y="6751163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910898" y="6751163"/>
            <a:ext cx="65628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amount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503014" y="6751163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685254" y="6751163"/>
            <a:ext cx="41947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fees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040557" y="6751163"/>
            <a:ext cx="3830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and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359478" y="6751163"/>
            <a:ext cx="69266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charges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987977" y="6751163"/>
            <a:ext cx="41947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paid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343280" y="6751163"/>
            <a:ext cx="2827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by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561902" y="6751163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835263" y="6751163"/>
            <a:ext cx="85655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Purchaser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627647" y="6751163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to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809887" y="6751163"/>
            <a:ext cx="4283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NTT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174040" y="6751163"/>
            <a:ext cx="52878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under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638654" y="6751163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912014" y="6751163"/>
            <a:ext cx="69266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relevant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540514" y="6751163"/>
            <a:ext cx="5286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Order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1004964" y="6751163"/>
            <a:ext cx="2372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74127" y="6996991"/>
            <a:ext cx="36473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last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74693" y="6996991"/>
            <a:ext cx="2919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12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02493" y="6996991"/>
            <a:ext cx="69266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months.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74127" y="7488646"/>
            <a:ext cx="4283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NTT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38280" y="7488646"/>
            <a:ext cx="22805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02165" y="7488646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not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75525" y="7488646"/>
            <a:ext cx="4922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liable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403593" y="7488646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to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585833" y="7488646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859194" y="7488646"/>
            <a:ext cx="85655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Purchaser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651578" y="7488646"/>
            <a:ext cx="2372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824641" y="7488646"/>
            <a:ext cx="73822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contract,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498700" y="7488646"/>
            <a:ext cx="2372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671763" y="7488646"/>
            <a:ext cx="39210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tort,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999697" y="7488646"/>
            <a:ext cx="2372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172759" y="7488646"/>
            <a:ext cx="59253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equity,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701125" y="7488646"/>
            <a:ext cx="2827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by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919747" y="7488646"/>
            <a:ext cx="79296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operation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648544" y="7488646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830784" y="7488646"/>
            <a:ext cx="60171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statute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368327" y="7488646"/>
            <a:ext cx="30098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(to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605141" y="7488646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878502" y="7488646"/>
            <a:ext cx="55615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extent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370485" y="7488646"/>
            <a:ext cx="60138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liability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907700" y="7488646"/>
            <a:ext cx="41930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may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262839" y="7488646"/>
            <a:ext cx="2919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be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490639" y="7488646"/>
            <a:ext cx="76559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excluded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192067" y="7488646"/>
            <a:ext cx="2827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by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410690" y="7488646"/>
            <a:ext cx="4101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law)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756651" y="7488646"/>
            <a:ext cx="2554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947905" y="7488646"/>
            <a:ext cx="81099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otherwise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694729" y="7488646"/>
            <a:ext cx="30098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for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931543" y="7488646"/>
            <a:ext cx="37391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any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74127" y="7734473"/>
            <a:ext cx="4102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kind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20253" y="7734473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02493" y="7734473"/>
            <a:ext cx="6379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indirect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276254" y="7734473"/>
            <a:ext cx="2554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467508" y="7734473"/>
            <a:ext cx="112089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consequential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524239" y="7734473"/>
            <a:ext cx="4011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loss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861187" y="7734473"/>
            <a:ext cx="2554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052441" y="7734473"/>
            <a:ext cx="74740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damage,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3735678" y="7734473"/>
            <a:ext cx="4011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loss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072625" y="7734473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254866" y="7734473"/>
            <a:ext cx="96602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opportunity,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156725" y="7734473"/>
            <a:ext cx="4011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loss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493673" y="7734473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675913" y="7734473"/>
            <a:ext cx="74740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revenue,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359150" y="7734473"/>
            <a:ext cx="4011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loss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696098" y="7734473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6878338" y="7734473"/>
            <a:ext cx="47404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profit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288214" y="7734473"/>
            <a:ext cx="2554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479468" y="7734473"/>
            <a:ext cx="90227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anticipated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317576" y="7734473"/>
            <a:ext cx="51960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profit,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8773013" y="7734473"/>
            <a:ext cx="4011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loss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9109961" y="7734473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9292201" y="7734473"/>
            <a:ext cx="82016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contracts,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0048203" y="7734473"/>
            <a:ext cx="4011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loss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0385150" y="7734473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0567391" y="7734473"/>
            <a:ext cx="7472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goodwill,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74127" y="7980301"/>
            <a:ext cx="4011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loss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511075" y="7980301"/>
            <a:ext cx="59236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arising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39277" y="7980301"/>
            <a:ext cx="43749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from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412607" y="7980301"/>
            <a:ext cx="7564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business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2104857" y="7980301"/>
            <a:ext cx="92948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interruption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970171" y="7980301"/>
            <a:ext cx="2554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3161424" y="7980301"/>
            <a:ext cx="60138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liability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3698640" y="7980301"/>
            <a:ext cx="59236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arising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4226841" y="7980301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out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4500202" y="7980301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4682442" y="7980301"/>
            <a:ext cx="2554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4873696" y="7980301"/>
            <a:ext cx="2372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5046758" y="7980301"/>
            <a:ext cx="90227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connection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5884866" y="7980301"/>
            <a:ext cx="4011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with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6221814" y="7980301"/>
            <a:ext cx="7200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pollution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6877682" y="7980301"/>
            <a:ext cx="2554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7068936" y="7980301"/>
            <a:ext cx="112991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contamination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8134681" y="7980301"/>
            <a:ext cx="59236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arising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8662882" y="7980301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out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8936243" y="7980301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9118483" y="7980301"/>
            <a:ext cx="2554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9309737" y="7980301"/>
            <a:ext cx="2372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9482799" y="7980301"/>
            <a:ext cx="90227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connection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0320908" y="7980301"/>
            <a:ext cx="4011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with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10657855" y="7980301"/>
            <a:ext cx="36473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this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74127" y="8226129"/>
            <a:ext cx="89309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agreement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003058" y="8226129"/>
            <a:ext cx="7016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incurred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640571" y="8226129"/>
            <a:ext cx="2554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831825" y="8226129"/>
            <a:ext cx="70184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suffered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2469502" y="8226129"/>
            <a:ext cx="2827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by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2688124" y="8226129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2961485" y="8226129"/>
            <a:ext cx="82000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Customer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3717323" y="8226129"/>
            <a:ext cx="2554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3908576" y="8226129"/>
            <a:ext cx="37391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any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4218319" y="8226129"/>
            <a:ext cx="48322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other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4637373" y="8226129"/>
            <a:ext cx="65628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person.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174127" y="8717784"/>
            <a:ext cx="41930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This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529266" y="8717784"/>
            <a:ext cx="6289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Invoice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1094014" y="8717784"/>
            <a:ext cx="22805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is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257899" y="8717784"/>
            <a:ext cx="6289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subject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822647" y="8717784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to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2004887" y="8717784"/>
            <a:ext cx="55074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T&amp;C's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2491462" y="8717784"/>
            <a:ext cx="7564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specified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3183713" y="8717784"/>
            <a:ext cx="2372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3356775" y="8717784"/>
            <a:ext cx="29180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url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3584412" y="8717784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: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3675532" y="8717784"/>
            <a:ext cx="664956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http://hello.global.ntt/-/media/ntt/global/legal/india/ntt-ltd-india-terms-and-conditions-of-sale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174127" y="12313012"/>
            <a:ext cx="93849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Declaration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174127" y="12558840"/>
            <a:ext cx="35555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We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465515" y="12558840"/>
            <a:ext cx="64710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declare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048454" y="12558840"/>
            <a:ext cx="3830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that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367375" y="12558840"/>
            <a:ext cx="6197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invoice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1922945" y="12558840"/>
            <a:ext cx="57417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shows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2432955" y="12558840"/>
            <a:ext cx="54697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actual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915761" y="12558840"/>
            <a:ext cx="46486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price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3316460" y="12558840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498700" y="12558840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3772060" y="12558840"/>
            <a:ext cx="55615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goods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264043" y="12558840"/>
            <a:ext cx="82016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described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020045" y="12558840"/>
            <a:ext cx="3830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and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338965" y="12558840"/>
            <a:ext cx="3830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that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5657886" y="12558840"/>
            <a:ext cx="2736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all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8906129" y="12602884"/>
            <a:ext cx="32818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for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9170148" y="12602884"/>
            <a:ext cx="4283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NTT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9534300" y="12602884"/>
            <a:ext cx="4922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India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9962368" y="12602884"/>
            <a:ext cx="65628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Private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0554485" y="12602884"/>
            <a:ext cx="69250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Limited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174127" y="12804668"/>
            <a:ext cx="86556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particulars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975525" y="12804668"/>
            <a:ext cx="34654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are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1257899" y="12804668"/>
            <a:ext cx="39210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true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1585833" y="12804668"/>
            <a:ext cx="3830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and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1904754" y="12804668"/>
            <a:ext cx="6561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correct.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174127" y="13050495"/>
            <a:ext cx="61072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Please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720684" y="13050495"/>
            <a:ext cx="4922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issue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1148752" y="13050495"/>
            <a:ext cx="64727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cheque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1731855" y="13050495"/>
            <a:ext cx="2372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1904918" y="13050495"/>
            <a:ext cx="56516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favour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2405914" y="13050495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2588154" y="13050495"/>
            <a:ext cx="48649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"NTT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3010486" y="13050495"/>
            <a:ext cx="4650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India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3411349" y="13050495"/>
            <a:ext cx="6197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Private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3966920" y="13050495"/>
            <a:ext cx="7416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Limited".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9467435" y="13586195"/>
            <a:ext cx="9747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Authorised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10377981" y="13586195"/>
            <a:ext cx="86556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Signatory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247876" y="14097311"/>
            <a:ext cx="565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Bank: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3151714" y="14097311"/>
            <a:ext cx="81984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Account: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5183889" y="14097311"/>
            <a:ext cx="4830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IFSC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5602779" y="14097311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#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6867808" y="14097311"/>
            <a:ext cx="56483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IBAN: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9945775" y="14097311"/>
            <a:ext cx="108386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SWIFT-Code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247876" y="14269391"/>
            <a:ext cx="103846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JPMORGAN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1222172" y="14269391"/>
            <a:ext cx="67431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CHASE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1832317" y="14269391"/>
            <a:ext cx="55598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BANK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2324136" y="14269391"/>
            <a:ext cx="42848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N.A.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3151714" y="14269391"/>
            <a:ext cx="3919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INR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3479484" y="14269391"/>
            <a:ext cx="10209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5385178495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5183889" y="14269391"/>
            <a:ext cx="12208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CHAS0INBX01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9945775" y="14269391"/>
            <a:ext cx="9475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CHASINBX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247876" y="14441470"/>
            <a:ext cx="69250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Mumbai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174127" y="14735439"/>
            <a:ext cx="4283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NTT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538280" y="14735439"/>
            <a:ext cx="4650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India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939143" y="14735439"/>
            <a:ext cx="6197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Private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1494713" y="14735439"/>
            <a:ext cx="6379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Limited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174127" y="14907518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5th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447488" y="14907518"/>
            <a:ext cx="47404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floor,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857364" y="14907518"/>
            <a:ext cx="82033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No:143/1,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1613530" y="14907518"/>
            <a:ext cx="73806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Uthamar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2287425" y="14907518"/>
            <a:ext cx="6380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Gandhi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2861351" y="14907518"/>
            <a:ext cx="5014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Road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174127" y="15079597"/>
            <a:ext cx="4650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Opp.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574990" y="15079597"/>
            <a:ext cx="39210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902924" y="15079597"/>
            <a:ext cx="4466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Park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1285432" y="15079597"/>
            <a:ext cx="5377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Hotel,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1759060" y="15079597"/>
            <a:ext cx="130281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Nungambakkam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174127" y="15251677"/>
            <a:ext cx="38292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PIN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492884" y="15251677"/>
            <a:ext cx="5014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Code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975689" y="15252496"/>
            <a:ext cx="19167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MT"/>
              </a:defRPr>
            </a:pPr>
            <a:r>
              <a:t>–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1103192" y="15251677"/>
            <a:ext cx="7020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600034,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174127" y="15423756"/>
            <a:ext cx="3919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City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501898" y="15423756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-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602031" y="15423756"/>
            <a:ext cx="7200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Chennai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174127" y="15595835"/>
            <a:ext cx="49239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State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602359" y="15595835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-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702493" y="15595835"/>
            <a:ext cx="51026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Tamil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1148588" y="15595835"/>
            <a:ext cx="5014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Nadu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174127" y="15767915"/>
            <a:ext cx="38292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Tax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492884" y="15767915"/>
            <a:ext cx="66529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number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1094014" y="15767915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3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1230694" y="15767915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-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1330828" y="15767915"/>
            <a:ext cx="163090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33AAACD2145G1Z8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174127" y="15939994"/>
            <a:ext cx="66703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________________________________________________________________________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174127" y="16112073"/>
            <a:ext cx="83836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Corporate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948320" y="16112073"/>
            <a:ext cx="5377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Office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1421948" y="16112073"/>
            <a:ext cx="7108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Address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2068639" y="16112073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: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2159759" y="16112073"/>
            <a:ext cx="4742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1701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2569799" y="16112073"/>
            <a:ext cx="57434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-1704,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3079974" y="16112073"/>
            <a:ext cx="69250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B-Wing,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3708309" y="16112073"/>
            <a:ext cx="46486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ONE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4109008" y="16112073"/>
            <a:ext cx="4466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BKC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4491516" y="16112073"/>
            <a:ext cx="3535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"G"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4780937" y="16112073"/>
            <a:ext cx="55598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Block,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5272756" y="16112073"/>
            <a:ext cx="6380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Bandra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174127" y="16284153"/>
            <a:ext cx="4922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Kurla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602195" y="16284153"/>
            <a:ext cx="80181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Complex,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1339842" y="16284153"/>
            <a:ext cx="6380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Bandra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1913767" y="16284153"/>
            <a:ext cx="59236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(East),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2441969" y="16284153"/>
            <a:ext cx="69250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Mumbai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3070304" y="16284153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-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3170438" y="16284153"/>
            <a:ext cx="3830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400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3489358" y="16284153"/>
            <a:ext cx="4286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051.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3853839" y="16284153"/>
            <a:ext cx="5105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India.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1724890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876" y="699994"/>
            <a:ext cx="12819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DUPLICATE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7014" y="699994"/>
            <a:ext cx="5421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6415" y="699994"/>
            <a:ext cx="166888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TRANSPORTER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7876" y="1188576"/>
            <a:ext cx="4624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7588" y="1188576"/>
            <a:ext cx="95189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Number: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7876" y="1478448"/>
            <a:ext cx="737557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c909eeaa4479febb63a5a0d93e7e39d93809a8fc6a63c1ecae9ab1c8aac4a70d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7876" y="1769344"/>
            <a:ext cx="8156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Invoice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0761" y="1769344"/>
            <a:ext cx="6560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Type: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9283" y="1769344"/>
            <a:ext cx="9975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SEZWOP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6899" y="2615400"/>
            <a:ext cx="5649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BILL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89040" y="2615400"/>
            <a:ext cx="4624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TO: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3809" y="2615400"/>
            <a:ext cx="5878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8893" y="2615400"/>
            <a:ext cx="4624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TO: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6899" y="2836645"/>
            <a:ext cx="112253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LABCORP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6659" y="2836645"/>
            <a:ext cx="124790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SCIENTIFIC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1791" y="2836645"/>
            <a:ext cx="114568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4699" y="2836645"/>
            <a:ext cx="25763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&amp;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9556" y="2836645"/>
            <a:ext cx="130485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SOLUTIONS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3809" y="2836645"/>
            <a:ext cx="112253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LABCORP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3568" y="2836645"/>
            <a:ext cx="124790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SCIENTIFIC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8700" y="2836645"/>
            <a:ext cx="114568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61609" y="2836645"/>
            <a:ext cx="25763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&amp;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465" y="2836645"/>
            <a:ext cx="130485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SOLUTIONS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6899" y="3057890"/>
            <a:ext cx="9975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PRIVATE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21697" y="3057890"/>
            <a:ext cx="92915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LIMITED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3809" y="3057890"/>
            <a:ext cx="9975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PRIVATE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48606" y="3057890"/>
            <a:ext cx="92915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LIMITED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6899" y="3279135"/>
            <a:ext cx="7585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QUBIX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82629" y="3279135"/>
            <a:ext cx="115695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BUSINESS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86805" y="3279135"/>
            <a:ext cx="69008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PARK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24113" y="3279135"/>
            <a:ext cx="56512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PVT.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36459" y="3279135"/>
            <a:ext cx="5649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LTD.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48599" y="3279135"/>
            <a:ext cx="50817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SEZ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03995" y="3279135"/>
            <a:ext cx="66734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BLUE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3809" y="3279135"/>
            <a:ext cx="7585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QUBIX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09539" y="3279135"/>
            <a:ext cx="115695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BUSINESS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3714" y="3279135"/>
            <a:ext cx="69008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PARK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51022" y="3279135"/>
            <a:ext cx="56512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PVT.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63368" y="3279135"/>
            <a:ext cx="5649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LTD.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09" y="3279135"/>
            <a:ext cx="50817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SEZ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0905" y="3279135"/>
            <a:ext cx="66734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BLUE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76899" y="3500380"/>
            <a:ext cx="7585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RIDGE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82629" y="3500380"/>
            <a:ext cx="40574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IT6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35597" y="3500380"/>
            <a:ext cx="48543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1ST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68253" y="3500380"/>
            <a:ext cx="5079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FLR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23444" y="3500380"/>
            <a:ext cx="30331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73983" y="3500380"/>
            <a:ext cx="4739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NO.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95168" y="3500380"/>
            <a:ext cx="62227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154/6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3809" y="3500380"/>
            <a:ext cx="7585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RIDGE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09539" y="3500380"/>
            <a:ext cx="40574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IT6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62506" y="3500380"/>
            <a:ext cx="48543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1ST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95163" y="3500380"/>
            <a:ext cx="5079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FLR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50353" y="3500380"/>
            <a:ext cx="30331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00893" y="3500380"/>
            <a:ext cx="4739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NO.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22077" y="3500380"/>
            <a:ext cx="62227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154/6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76899" y="3721625"/>
            <a:ext cx="69008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NEAR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14207" y="3721625"/>
            <a:ext cx="7130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RAJIV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474459" y="3721625"/>
            <a:ext cx="91768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GANDHI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39363" y="3721625"/>
            <a:ext cx="11567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INFOTECH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43333" y="3721625"/>
            <a:ext cx="69008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PARK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3809" y="3721625"/>
            <a:ext cx="69008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NEAR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41117" y="3721625"/>
            <a:ext cx="7130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RAJIV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01369" y="3721625"/>
            <a:ext cx="91768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GANDHI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66272" y="3721625"/>
            <a:ext cx="11567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INFOTECH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70243" y="3721625"/>
            <a:ext cx="69008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PARK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76899" y="3942869"/>
            <a:ext cx="7357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PUNE,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59890" y="3942869"/>
            <a:ext cx="138475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Maharashtra,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91866" y="3942869"/>
            <a:ext cx="85007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411057,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989167" y="3942869"/>
            <a:ext cx="5878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India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03809" y="3942869"/>
            <a:ext cx="7357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PUNE,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086800" y="3942869"/>
            <a:ext cx="138475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Maharashtra,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18775" y="3942869"/>
            <a:ext cx="85007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411057,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16076" y="3942869"/>
            <a:ext cx="5878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India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76899" y="4164114"/>
            <a:ext cx="9404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Contact: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64542" y="4164114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03809" y="4164114"/>
            <a:ext cx="53091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GST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81943" y="4164114"/>
            <a:ext cx="49670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Reg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25867" y="4164114"/>
            <a:ext cx="4510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No: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24108" y="4164114"/>
            <a:ext cx="202226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27AAKCS7755B2Z3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76899" y="4385359"/>
            <a:ext cx="53091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GST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655034" y="4385359"/>
            <a:ext cx="49670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Reg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098958" y="4385359"/>
            <a:ext cx="4510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No: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497198" y="4385359"/>
            <a:ext cx="202226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27AAKCS7755B2Z3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03809" y="4385359"/>
            <a:ext cx="38300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SP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734037" y="4385359"/>
            <a:ext cx="6788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State: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360078" y="4385359"/>
            <a:ext cx="188562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Maharashtra,State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192928" y="4385359"/>
            <a:ext cx="69008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Code: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830236" y="4385359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27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76899" y="4657818"/>
            <a:ext cx="64501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Place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769139" y="4657818"/>
            <a:ext cx="30311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019473" y="4657818"/>
            <a:ext cx="86093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Supply: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827632" y="4657818"/>
            <a:ext cx="188562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Maharashtra,State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660481" y="4657818"/>
            <a:ext cx="69008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Code: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297789" y="4657818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27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47876" y="5079822"/>
            <a:ext cx="4626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Tax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57793" y="5079822"/>
            <a:ext cx="8156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Invoice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151714" y="5079822"/>
            <a:ext cx="148779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F20008010151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686811" y="5070604"/>
            <a:ext cx="6218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Copy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403809" y="5063147"/>
            <a:ext cx="4830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Your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822699" y="5063147"/>
            <a:ext cx="90211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Reference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552752" y="5063147"/>
            <a:ext cx="10209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0250000401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403809" y="5295659"/>
            <a:ext cx="4011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Our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740756" y="5295659"/>
            <a:ext cx="90211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Reference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552752" y="5295659"/>
            <a:ext cx="6564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766608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47876" y="5411403"/>
            <a:ext cx="5014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Page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85121" y="5411403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21801" y="5411403"/>
            <a:ext cx="2644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22069" y="5411403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3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093330" y="5369694"/>
            <a:ext cx="8156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Invoice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856215" y="5369694"/>
            <a:ext cx="116842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Reference: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971863" y="5369694"/>
            <a:ext cx="10209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92072493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47876" y="5759658"/>
            <a:ext cx="6744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Invoice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58184" y="5759658"/>
            <a:ext cx="46486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Date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396819" y="5759658"/>
            <a:ext cx="9298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20.02.2023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403809" y="5760683"/>
            <a:ext cx="7652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Account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104909" y="5760683"/>
            <a:ext cx="51960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Clerk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552752" y="5760683"/>
            <a:ext cx="66529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Devesh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153882" y="5760683"/>
            <a:ext cx="86556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Harchekar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47876" y="5992170"/>
            <a:ext cx="8745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Customer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58287" y="5992170"/>
            <a:ext cx="32818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No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396819" y="5992170"/>
            <a:ext cx="7475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4024435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552752" y="5993195"/>
            <a:ext cx="38767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+27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876261" y="5993195"/>
            <a:ext cx="2919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22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104061" y="5993195"/>
            <a:ext cx="4742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6219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514101" y="5993195"/>
            <a:ext cx="4742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7000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47876" y="6457194"/>
            <a:ext cx="7928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Payment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76509" y="6457194"/>
            <a:ext cx="46486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Date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396819" y="6457194"/>
            <a:ext cx="9298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22.03.2023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47876" y="6689706"/>
            <a:ext cx="60154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Terms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85255" y="6689706"/>
            <a:ext cx="2644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85522" y="6689706"/>
            <a:ext cx="7928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Payment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396819" y="6689706"/>
            <a:ext cx="2919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30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624619" y="6689706"/>
            <a:ext cx="4830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Days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043509" y="6689706"/>
            <a:ext cx="36473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Net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47876" y="7086103"/>
            <a:ext cx="4466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Item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96511" y="7086103"/>
            <a:ext cx="5194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Code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649937" y="7086103"/>
            <a:ext cx="38292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Qty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005363" y="7086103"/>
            <a:ext cx="49207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UOM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771225" y="7086103"/>
            <a:ext cx="4283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Unit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135377" y="7086103"/>
            <a:ext cx="5105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Price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423090" y="7086103"/>
            <a:ext cx="37374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Net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732669" y="7086103"/>
            <a:ext cx="5105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Price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96511" y="7331931"/>
            <a:ext cx="101125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Description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38996" y="7666871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1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96511" y="7666871"/>
            <a:ext cx="113892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PAN-PA-3220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838118" y="7666871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2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168224" y="7666871"/>
            <a:ext cx="32835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EA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579684" y="7666871"/>
            <a:ext cx="106648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1,689,890.22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177262" y="7666871"/>
            <a:ext cx="106648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3,379,780.44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96511" y="7953670"/>
            <a:ext cx="4376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Palo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70005" y="7953670"/>
            <a:ext cx="39210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Alto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397939" y="7953670"/>
            <a:ext cx="79263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Networks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126408" y="7953670"/>
            <a:ext cx="74740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PA-3220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809645" y="7953670"/>
            <a:ext cx="4011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with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146593" y="7953670"/>
            <a:ext cx="80214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redundan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96511" y="8240469"/>
            <a:ext cx="45568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HSN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088032" y="8240469"/>
            <a:ext cx="54697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Code: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728686" y="8240469"/>
            <a:ext cx="8386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85177010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96511" y="8527267"/>
            <a:ext cx="5286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Order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160961" y="8527267"/>
            <a:ext cx="4102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Ref: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090558" y="8527267"/>
            <a:ext cx="6564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766608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682839" y="8527267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/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2773959" y="8527267"/>
            <a:ext cx="2919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10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541966" y="8527267"/>
            <a:ext cx="8563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Fulfillment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334186" y="8527267"/>
            <a:ext cx="5014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Date: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375389" y="8527267"/>
            <a:ext cx="9298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20.02.2023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96511" y="8814066"/>
            <a:ext cx="5377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IGST: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352379" y="8814066"/>
            <a:ext cx="6654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0.000%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96511" y="9100865"/>
            <a:ext cx="5286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Serial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160961" y="9100865"/>
            <a:ext cx="82000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Numbers: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916799" y="9100865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(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016933" y="9100865"/>
            <a:ext cx="115760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16201048534,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3110374" y="9100865"/>
            <a:ext cx="111204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16201048539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4158255" y="9100865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)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38996" y="9633492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2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696511" y="9633492"/>
            <a:ext cx="158485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PAN-SFP-PLUS-SR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5838118" y="9633492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4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6168224" y="9633492"/>
            <a:ext cx="32835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EA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7715913" y="9633492"/>
            <a:ext cx="9298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125,118.00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313492" y="9633492"/>
            <a:ext cx="9298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500,472.00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696511" y="9920290"/>
            <a:ext cx="5241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SFP+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156536" y="9920290"/>
            <a:ext cx="43749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form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529867" y="9920290"/>
            <a:ext cx="56516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factor,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2030863" y="9920290"/>
            <a:ext cx="33736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SR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304060" y="9920290"/>
            <a:ext cx="5105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10Gb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2750483" y="9920290"/>
            <a:ext cx="58335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optical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3269671" y="9920290"/>
            <a:ext cx="55598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transc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96511" y="10207089"/>
            <a:ext cx="45568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HSN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088032" y="10207089"/>
            <a:ext cx="54697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Code: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2728686" y="10207089"/>
            <a:ext cx="8386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85176290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696511" y="10493888"/>
            <a:ext cx="5286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Order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160961" y="10493888"/>
            <a:ext cx="4102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Ref: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2090558" y="10493888"/>
            <a:ext cx="6564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766608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2682839" y="10493888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/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2773959" y="10493888"/>
            <a:ext cx="2919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20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541966" y="10493888"/>
            <a:ext cx="8563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Fulfillment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4334186" y="10493888"/>
            <a:ext cx="5014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Date: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5375389" y="10493888"/>
            <a:ext cx="9298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20.02.2023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96511" y="10780687"/>
            <a:ext cx="5377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IGST: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352379" y="10780687"/>
            <a:ext cx="6654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0.000%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696511" y="11067486"/>
            <a:ext cx="5286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Serial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160961" y="11067486"/>
            <a:ext cx="82000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Numbers: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916799" y="11067486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(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2016933" y="11067486"/>
            <a:ext cx="11664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DD227471906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3119224" y="11067486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to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3301464" y="11067486"/>
            <a:ext cx="11664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DD227471909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4403755" y="11067486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)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247876" y="12370372"/>
            <a:ext cx="61957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NOTE: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803528" y="12370372"/>
            <a:ext cx="45568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HSN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195049" y="12370372"/>
            <a:ext cx="107501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Classification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2205893" y="12370372"/>
            <a:ext cx="8475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applicable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2989263" y="12370372"/>
            <a:ext cx="30098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for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3226077" y="12370372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3499437" y="12370372"/>
            <a:ext cx="46486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main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3900136" y="12370372"/>
            <a:ext cx="65628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product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4492253" y="12370372"/>
            <a:ext cx="7564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including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5184504" y="12370372"/>
            <a:ext cx="2736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its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5393949" y="12370372"/>
            <a:ext cx="47404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parts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5803825" y="12370372"/>
            <a:ext cx="3830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and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6122746" y="12370372"/>
            <a:ext cx="97487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accessories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7390192" y="12288717"/>
            <a:ext cx="49670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Sub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7834116" y="12288717"/>
            <a:ext cx="5991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Total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9189240" y="12288717"/>
            <a:ext cx="13056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3,880,252.44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10526542" y="12288717"/>
            <a:ext cx="4624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INR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247876" y="12616200"/>
            <a:ext cx="4650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have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648739" y="12616200"/>
            <a:ext cx="4742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been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1058779" y="12616200"/>
            <a:ext cx="7928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disclosed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1787412" y="12616200"/>
            <a:ext cx="55615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based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2279395" y="12616200"/>
            <a:ext cx="2919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2507195" y="12616200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2780556" y="12616200"/>
            <a:ext cx="75625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Customs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3472642" y="12616200"/>
            <a:ext cx="107501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Classification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4483485" y="12616200"/>
            <a:ext cx="9386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Legislation.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47876" y="14097311"/>
            <a:ext cx="565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Bank: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3151714" y="14097311"/>
            <a:ext cx="81984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Account: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5183889" y="14097311"/>
            <a:ext cx="4830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IFSC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5602779" y="14097311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#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6867808" y="14097311"/>
            <a:ext cx="56483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IBAN: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9945775" y="14097311"/>
            <a:ext cx="108386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SWIFT-Code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247876" y="14269391"/>
            <a:ext cx="103846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JPMORGAN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1222172" y="14269391"/>
            <a:ext cx="67431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CHASE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832317" y="14269391"/>
            <a:ext cx="55598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BANK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2324136" y="14269391"/>
            <a:ext cx="42848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N.A.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3151714" y="14269391"/>
            <a:ext cx="3919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INR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3479484" y="14269391"/>
            <a:ext cx="10209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5385178495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5183889" y="14269391"/>
            <a:ext cx="12208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CHAS0INBX01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9945775" y="14269391"/>
            <a:ext cx="9475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CHASINBX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247876" y="14441470"/>
            <a:ext cx="69250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Mumbai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174127" y="14735439"/>
            <a:ext cx="4283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NTT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538280" y="14735439"/>
            <a:ext cx="4650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India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939143" y="14735439"/>
            <a:ext cx="6197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Private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1494713" y="14735439"/>
            <a:ext cx="6379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Limited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174127" y="14907518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5th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447488" y="14907518"/>
            <a:ext cx="47404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floor,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857364" y="14907518"/>
            <a:ext cx="82033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No:143/1,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1613530" y="14907518"/>
            <a:ext cx="73806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Uthamar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2287425" y="14907518"/>
            <a:ext cx="6380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Gandhi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2861351" y="14907518"/>
            <a:ext cx="5014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Road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74127" y="15079597"/>
            <a:ext cx="4650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Opp.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574990" y="15079597"/>
            <a:ext cx="39210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902924" y="15079597"/>
            <a:ext cx="4466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Park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1285432" y="15079597"/>
            <a:ext cx="5377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Hotel,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1759060" y="15079597"/>
            <a:ext cx="130281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Nungambakkam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174127" y="15251677"/>
            <a:ext cx="38292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PIN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492884" y="15251677"/>
            <a:ext cx="5014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Code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975689" y="15252496"/>
            <a:ext cx="19167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MT"/>
              </a:defRPr>
            </a:pPr>
            <a:r>
              <a:t>–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1103192" y="15251677"/>
            <a:ext cx="7020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600034,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174127" y="15423756"/>
            <a:ext cx="3919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City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01898" y="15423756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-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602031" y="15423756"/>
            <a:ext cx="7200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Chennai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174127" y="15595835"/>
            <a:ext cx="49239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State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602359" y="15595835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-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702493" y="15595835"/>
            <a:ext cx="51026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Tamil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1148588" y="15595835"/>
            <a:ext cx="5014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Nadu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174127" y="15767915"/>
            <a:ext cx="38292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Tax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492884" y="15767915"/>
            <a:ext cx="66529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number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1094014" y="15767915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3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1230694" y="15767915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-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1330828" y="15767915"/>
            <a:ext cx="163090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33AAACD2145G1Z8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174127" y="15939994"/>
            <a:ext cx="66703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________________________________________________________________________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174127" y="16112073"/>
            <a:ext cx="83836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Corporate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948320" y="16112073"/>
            <a:ext cx="5377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Office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1421948" y="16112073"/>
            <a:ext cx="7108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Address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2068639" y="16112073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: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2159759" y="16112073"/>
            <a:ext cx="4742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1701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2569799" y="16112073"/>
            <a:ext cx="57434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-1704,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3079974" y="16112073"/>
            <a:ext cx="69250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B-Wing,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3708309" y="16112073"/>
            <a:ext cx="46486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ONE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4109008" y="16112073"/>
            <a:ext cx="4466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BKC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4491516" y="16112073"/>
            <a:ext cx="3535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"G"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4780937" y="16112073"/>
            <a:ext cx="55598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Block,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5272756" y="16112073"/>
            <a:ext cx="6380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Bandra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174127" y="16284153"/>
            <a:ext cx="4922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Kurla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602195" y="16284153"/>
            <a:ext cx="80181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Complex,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39842" y="16284153"/>
            <a:ext cx="6380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Bandra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1913767" y="16284153"/>
            <a:ext cx="59236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(East),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2441969" y="16284153"/>
            <a:ext cx="69250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Mumbai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3070304" y="16284153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-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3170438" y="16284153"/>
            <a:ext cx="3830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400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3489358" y="16284153"/>
            <a:ext cx="4286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051.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3853839" y="16284153"/>
            <a:ext cx="5105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India.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1724890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876" y="699994"/>
            <a:ext cx="12819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DUPLICATE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7014" y="699994"/>
            <a:ext cx="5421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6415" y="699994"/>
            <a:ext cx="166888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TRANSPORTER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7876" y="1188576"/>
            <a:ext cx="4624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7588" y="1188576"/>
            <a:ext cx="95189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Number: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7876" y="1478448"/>
            <a:ext cx="737557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c909eeaa4479febb63a5a0d93e7e39d93809a8fc6a63c1ecae9ab1c8aac4a70d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7876" y="2060240"/>
            <a:ext cx="4626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793" y="2060240"/>
            <a:ext cx="8156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Invoice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1714" y="2060240"/>
            <a:ext cx="148779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F20008010151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86811" y="2051021"/>
            <a:ext cx="6218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Copy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7876" y="2391820"/>
            <a:ext cx="5014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121" y="2391820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801" y="2391820"/>
            <a:ext cx="2644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2069" y="2391820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3330" y="2350111"/>
            <a:ext cx="8156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Invoice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6215" y="2350111"/>
            <a:ext cx="116842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Reference: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71863" y="2350111"/>
            <a:ext cx="10209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92072493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7876" y="2789241"/>
            <a:ext cx="4466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511" y="2789241"/>
            <a:ext cx="5194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49937" y="2789241"/>
            <a:ext cx="38292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Qty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05363" y="2789241"/>
            <a:ext cx="49207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UOM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1225" y="2789241"/>
            <a:ext cx="4283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Unit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5377" y="2789241"/>
            <a:ext cx="5105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Price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3090" y="2789241"/>
            <a:ext cx="37374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32669" y="2789241"/>
            <a:ext cx="5105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Price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511" y="3035069"/>
            <a:ext cx="101125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Description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996" y="3370009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511" y="3370009"/>
            <a:ext cx="13932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DDNC-INBOUND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5619" y="3370009"/>
            <a:ext cx="98405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LOGISTICS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5506" y="3370009"/>
            <a:ext cx="56483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(NPR)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8118" y="3370009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68224" y="3370009"/>
            <a:ext cx="32835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EA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6787" y="3370009"/>
            <a:ext cx="4286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0.00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14365" y="3370009"/>
            <a:ext cx="4286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0.00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6511" y="3656808"/>
            <a:ext cx="86540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INBOUND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97745" y="3656808"/>
            <a:ext cx="98405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LOGISTICS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17632" y="3656808"/>
            <a:ext cx="56483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(NPR)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6511" y="3943607"/>
            <a:ext cx="45568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HSN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032" y="3943607"/>
            <a:ext cx="54697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Code: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28686" y="3943607"/>
            <a:ext cx="6564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996763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6511" y="4230406"/>
            <a:ext cx="5286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Order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60961" y="4230406"/>
            <a:ext cx="4102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Ref: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90558" y="4230406"/>
            <a:ext cx="6564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766608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82839" y="4230406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/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73959" y="4230406"/>
            <a:ext cx="2919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30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6511" y="4517205"/>
            <a:ext cx="5377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IGST: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52379" y="4517205"/>
            <a:ext cx="6654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0.000%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7876" y="4992758"/>
            <a:ext cx="9293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SUPPLY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4456" y="4992758"/>
            <a:ext cx="39427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65951" y="4992758"/>
            <a:ext cx="50817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SEZ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21347" y="4992758"/>
            <a:ext cx="58765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UNIT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56227" y="4992758"/>
            <a:ext cx="41701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20462" y="4992758"/>
            <a:ext cx="50817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SEZ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75857" y="4992758"/>
            <a:ext cx="137328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DEVELOPER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96361" y="4992758"/>
            <a:ext cx="5421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FOR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85763" y="4992758"/>
            <a:ext cx="146403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AUTHORISED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97018" y="4992758"/>
            <a:ext cx="14642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OPERATIONS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47876" y="5214003"/>
            <a:ext cx="83799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UNDER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3090" y="5214003"/>
            <a:ext cx="71282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BOND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93137" y="5214003"/>
            <a:ext cx="41701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OR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372" y="5214003"/>
            <a:ext cx="90641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LETTER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11008" y="5214003"/>
            <a:ext cx="39427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52504" y="5214003"/>
            <a:ext cx="162320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UNDERTAKING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22932" y="5214003"/>
            <a:ext cx="106558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WITHOUT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35742" y="5214003"/>
            <a:ext cx="111127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PAYMENT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94235" y="5214003"/>
            <a:ext cx="39427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47876" y="5435248"/>
            <a:ext cx="144129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INTEGRATED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36392" y="5435248"/>
            <a:ext cx="872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GOODS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456022" y="5435248"/>
            <a:ext cx="25763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&amp;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660878" y="5435248"/>
            <a:ext cx="100904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SERVICE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17148" y="5435248"/>
            <a:ext cx="5194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TAX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83811" y="5435248"/>
            <a:ext cx="57618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(LUT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07218" y="5435248"/>
            <a:ext cx="2236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#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78069" y="5435248"/>
            <a:ext cx="190898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AD330322041212X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34272" y="5435248"/>
            <a:ext cx="59933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Valid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80829" y="5435248"/>
            <a:ext cx="6218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From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49920" y="5435248"/>
            <a:ext cx="11348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01.04.2022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31971" y="5435248"/>
            <a:ext cx="30311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82305" y="5435248"/>
            <a:ext cx="120304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31.03.2023)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47876" y="12370372"/>
            <a:ext cx="61957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NOTE: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03528" y="12370372"/>
            <a:ext cx="45568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HSN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95049" y="12370372"/>
            <a:ext cx="107501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Classification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205893" y="12370372"/>
            <a:ext cx="8475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applicable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989263" y="12370372"/>
            <a:ext cx="30098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for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226077" y="12370372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99437" y="12370372"/>
            <a:ext cx="46486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main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900136" y="12370372"/>
            <a:ext cx="65628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product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492253" y="12370372"/>
            <a:ext cx="7564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including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184504" y="12370372"/>
            <a:ext cx="2736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its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93949" y="12370372"/>
            <a:ext cx="47404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parts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803825" y="12370372"/>
            <a:ext cx="3830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and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122746" y="12370372"/>
            <a:ext cx="97487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accessories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390192" y="12288717"/>
            <a:ext cx="49670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Sub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834116" y="12288717"/>
            <a:ext cx="5991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Total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189240" y="12288717"/>
            <a:ext cx="13056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3,880,252.44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526542" y="12288717"/>
            <a:ext cx="4624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47876" y="12616200"/>
            <a:ext cx="4650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have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48739" y="12616200"/>
            <a:ext cx="4742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been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58779" y="12616200"/>
            <a:ext cx="7928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disclosed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787412" y="12616200"/>
            <a:ext cx="55615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based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279395" y="12616200"/>
            <a:ext cx="2919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507195" y="12616200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780556" y="12616200"/>
            <a:ext cx="75625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Customs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472642" y="12616200"/>
            <a:ext cx="107501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Classification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483485" y="12616200"/>
            <a:ext cx="9386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Legislation.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47876" y="14097311"/>
            <a:ext cx="565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Bank: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151714" y="14097311"/>
            <a:ext cx="81984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Account: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183889" y="14097311"/>
            <a:ext cx="4830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IFSC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602779" y="14097311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#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867808" y="14097311"/>
            <a:ext cx="56483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IBAN: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45775" y="14097311"/>
            <a:ext cx="108386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SWIFT-Code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47876" y="14269391"/>
            <a:ext cx="103846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JPMORGAN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222172" y="14269391"/>
            <a:ext cx="67431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CHASE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832317" y="14269391"/>
            <a:ext cx="55598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BANK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324136" y="14269391"/>
            <a:ext cx="42848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N.A.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151714" y="14269391"/>
            <a:ext cx="3919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INR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479484" y="14269391"/>
            <a:ext cx="10209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5385178495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183889" y="14269391"/>
            <a:ext cx="12208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CHAS0INBX01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945775" y="14269391"/>
            <a:ext cx="9475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CHASINBX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47876" y="14441470"/>
            <a:ext cx="69250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Mumbai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74127" y="14735439"/>
            <a:ext cx="4283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NTT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38280" y="14735439"/>
            <a:ext cx="4650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India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39143" y="14735439"/>
            <a:ext cx="6197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Private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494713" y="14735439"/>
            <a:ext cx="6379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Limited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74127" y="14907518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5th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47488" y="14907518"/>
            <a:ext cx="47404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floor,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57364" y="14907518"/>
            <a:ext cx="82033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No:143/1,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613530" y="14907518"/>
            <a:ext cx="73806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Uthamar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287425" y="14907518"/>
            <a:ext cx="6380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Gandhi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861351" y="14907518"/>
            <a:ext cx="5014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Road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74127" y="15079597"/>
            <a:ext cx="4650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Opp.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74990" y="15079597"/>
            <a:ext cx="39210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02924" y="15079597"/>
            <a:ext cx="4466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Park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285432" y="15079597"/>
            <a:ext cx="5377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Hotel,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759060" y="15079597"/>
            <a:ext cx="130281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Nungambakkam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74127" y="15251677"/>
            <a:ext cx="38292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PIN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92884" y="15251677"/>
            <a:ext cx="5014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Code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75689" y="15252496"/>
            <a:ext cx="19167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MT"/>
              </a:defRPr>
            </a:pPr>
            <a:r>
              <a:t>–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103192" y="15251677"/>
            <a:ext cx="7020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600034,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74127" y="15423756"/>
            <a:ext cx="3919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City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01898" y="15423756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-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02031" y="15423756"/>
            <a:ext cx="7200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Chennai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74127" y="15595835"/>
            <a:ext cx="49239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State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02359" y="15595835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-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02493" y="15595835"/>
            <a:ext cx="51026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Tamil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148588" y="15595835"/>
            <a:ext cx="5014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Nadu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74127" y="15767915"/>
            <a:ext cx="38292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Tax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92884" y="15767915"/>
            <a:ext cx="66529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number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94014" y="15767915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3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230694" y="15767915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-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330828" y="15767915"/>
            <a:ext cx="163090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33AAACD2145G1Z8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74127" y="15939994"/>
            <a:ext cx="66703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________________________________________________________________________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74127" y="16112073"/>
            <a:ext cx="83836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Corporate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48320" y="16112073"/>
            <a:ext cx="5377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Office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421948" y="16112073"/>
            <a:ext cx="7108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Address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068639" y="16112073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: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159759" y="16112073"/>
            <a:ext cx="4742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1701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569799" y="16112073"/>
            <a:ext cx="57434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-1704,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079974" y="16112073"/>
            <a:ext cx="69250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B-Wing,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708309" y="16112073"/>
            <a:ext cx="46486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ONE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109008" y="16112073"/>
            <a:ext cx="4466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BKC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491516" y="16112073"/>
            <a:ext cx="3535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"G"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780937" y="16112073"/>
            <a:ext cx="55598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Block,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5272756" y="16112073"/>
            <a:ext cx="6380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Bandra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74127" y="16284153"/>
            <a:ext cx="4922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Kurla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02195" y="16284153"/>
            <a:ext cx="80181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Complex,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339842" y="16284153"/>
            <a:ext cx="6380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Bandra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913767" y="16284153"/>
            <a:ext cx="59236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(East),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2441969" y="16284153"/>
            <a:ext cx="69250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Mumbai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3070304" y="16284153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-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3170438" y="16284153"/>
            <a:ext cx="3830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400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3489358" y="16284153"/>
            <a:ext cx="4286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051.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3853839" y="16284153"/>
            <a:ext cx="5105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India.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1724890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876" y="699994"/>
            <a:ext cx="12819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DUPLICATE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7014" y="699994"/>
            <a:ext cx="5421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6415" y="699994"/>
            <a:ext cx="166888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TRANSPORTER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7876" y="1188576"/>
            <a:ext cx="4624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7588" y="1188576"/>
            <a:ext cx="95189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Number: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7876" y="1478448"/>
            <a:ext cx="737557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c909eeaa4479febb63a5a0d93e7e39d93809a8fc6a63c1ecae9ab1c8aac4a70d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7876" y="2060240"/>
            <a:ext cx="4626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793" y="2060240"/>
            <a:ext cx="8156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Invoice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1714" y="2060240"/>
            <a:ext cx="148779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F20008010151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86811" y="2051021"/>
            <a:ext cx="6218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Copy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7876" y="2391820"/>
            <a:ext cx="5014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121" y="2391820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801" y="2391820"/>
            <a:ext cx="2644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2069" y="2391820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3330" y="2350111"/>
            <a:ext cx="8156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Invoice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6215" y="2350111"/>
            <a:ext cx="116842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Reference: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71863" y="2350111"/>
            <a:ext cx="10209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92072493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7876" y="2789241"/>
            <a:ext cx="4466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511" y="2789241"/>
            <a:ext cx="5194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49937" y="2789241"/>
            <a:ext cx="38292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Qty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05363" y="2789241"/>
            <a:ext cx="49207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UOM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1225" y="2789241"/>
            <a:ext cx="4283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Unit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5377" y="2789241"/>
            <a:ext cx="5105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Price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3090" y="2789241"/>
            <a:ext cx="37374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32669" y="2789241"/>
            <a:ext cx="5105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Price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511" y="3035069"/>
            <a:ext cx="101125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Description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7876" y="3968190"/>
            <a:ext cx="4466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GST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383" y="3968190"/>
            <a:ext cx="9930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Breakdown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42990" y="3968190"/>
            <a:ext cx="7200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Taxable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98858" y="3968190"/>
            <a:ext cx="6561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Supply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50811" y="3968190"/>
            <a:ext cx="4466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GST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192" y="3984865"/>
            <a:ext cx="49670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Sub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34116" y="3984865"/>
            <a:ext cx="5991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Total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0467" y="3984865"/>
            <a:ext cx="58806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Excl.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85752" y="3984865"/>
            <a:ext cx="13056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3,880,252.44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90192" y="4230693"/>
            <a:ext cx="53091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GST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84487" y="4230693"/>
            <a:ext cx="50837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0.00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90192" y="4476520"/>
            <a:ext cx="5194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56855" y="4476520"/>
            <a:ext cx="7585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Goods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85511" y="4476520"/>
            <a:ext cx="50837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0.00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90192" y="4722348"/>
            <a:ext cx="5991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Total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10111" y="4722348"/>
            <a:ext cx="4624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85137" y="4722348"/>
            <a:ext cx="13056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3,880,252.44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90192" y="5091089"/>
            <a:ext cx="54238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Paid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79798" y="5091089"/>
            <a:ext cx="88347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Amount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84896" y="5091089"/>
            <a:ext cx="50837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0.00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90192" y="5336917"/>
            <a:ext cx="96356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Payment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00983" y="5336917"/>
            <a:ext cx="49670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Due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85137" y="5336917"/>
            <a:ext cx="13056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3,880,252.44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7876" y="5808824"/>
            <a:ext cx="6744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Amount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8184" y="5808824"/>
            <a:ext cx="95684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Chargeable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750866" y="5808824"/>
            <a:ext cx="29180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(in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78502" y="5808824"/>
            <a:ext cx="60138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words)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7876" y="5980903"/>
            <a:ext cx="36473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Rs.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441" y="5980903"/>
            <a:ext cx="66513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THREE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49407" y="5980903"/>
            <a:ext cx="78345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MILLION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68699" y="5980903"/>
            <a:ext cx="61056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EIGHT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415092" y="5980903"/>
            <a:ext cx="92898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HUNDRED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79913" y="5980903"/>
            <a:ext cx="71987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EIGHTY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35617" y="5980903"/>
            <a:ext cx="10383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THOUSAND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09750" y="5980903"/>
            <a:ext cx="49207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TWO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37654" y="5980903"/>
            <a:ext cx="92898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HUNDRED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02476" y="5980903"/>
            <a:ext cx="10019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FIFTY-TWO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40226" y="5980903"/>
            <a:ext cx="46470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AND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40761" y="5980903"/>
            <a:ext cx="60154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PAISE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78140" y="5980903"/>
            <a:ext cx="118399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FORTY-FOUR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97967" y="5980903"/>
            <a:ext cx="565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ONLY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74127" y="6505335"/>
            <a:ext cx="54156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NTT's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1525" y="6505335"/>
            <a:ext cx="81984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maximum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407199" y="6505335"/>
            <a:ext cx="60138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liability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944414" y="6505335"/>
            <a:ext cx="30098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for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81228" y="6505335"/>
            <a:ext cx="37391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any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490971" y="6505335"/>
            <a:ext cx="5377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single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64598" y="6505335"/>
            <a:ext cx="2554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155852" y="6505335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292532" y="6505335"/>
            <a:ext cx="66529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number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93663" y="6505335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075903" y="6505335"/>
            <a:ext cx="57401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claims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85750" y="6505335"/>
            <a:ext cx="94767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whatsoever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69254" y="6505335"/>
            <a:ext cx="59236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arising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997456" y="6505335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out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70816" y="6505335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53056" y="6505335"/>
            <a:ext cx="2554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44310" y="6505335"/>
            <a:ext cx="2372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817373" y="6505335"/>
            <a:ext cx="90227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connection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655481" y="6505335"/>
            <a:ext cx="4011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with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992428" y="6505335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265789" y="6505335"/>
            <a:ext cx="102961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performance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231236" y="6505335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413476" y="6505335"/>
            <a:ext cx="5105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these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859899" y="6505335"/>
            <a:ext cx="57401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Terms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369745" y="6505335"/>
            <a:ext cx="3830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and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74127" y="6751163"/>
            <a:ext cx="8839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Conditions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93881" y="6751163"/>
            <a:ext cx="3372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will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266913" y="6751163"/>
            <a:ext cx="2919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494713" y="6751163"/>
            <a:ext cx="58319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limited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013737" y="6751163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to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95977" y="6751163"/>
            <a:ext cx="2919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423778" y="6751163"/>
            <a:ext cx="65628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amount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015894" y="6751163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not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289255" y="6751163"/>
            <a:ext cx="85671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exceeding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081803" y="6751163"/>
            <a:ext cx="4376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50%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455297" y="6751163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637537" y="6751163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910898" y="6751163"/>
            <a:ext cx="65628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amount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503014" y="6751163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685254" y="6751163"/>
            <a:ext cx="41947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fees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040557" y="6751163"/>
            <a:ext cx="3830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and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359478" y="6751163"/>
            <a:ext cx="69266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charges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987977" y="6751163"/>
            <a:ext cx="41947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paid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343280" y="6751163"/>
            <a:ext cx="2827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by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561902" y="6751163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835263" y="6751163"/>
            <a:ext cx="85655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Purchaser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627647" y="6751163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to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809887" y="6751163"/>
            <a:ext cx="4283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NTT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174040" y="6751163"/>
            <a:ext cx="52878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under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638654" y="6751163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912014" y="6751163"/>
            <a:ext cx="69266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relevant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540514" y="6751163"/>
            <a:ext cx="5286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Order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1004964" y="6751163"/>
            <a:ext cx="2372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74127" y="6996991"/>
            <a:ext cx="36473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last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74693" y="6996991"/>
            <a:ext cx="2919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12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02493" y="6996991"/>
            <a:ext cx="69266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months.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74127" y="7488646"/>
            <a:ext cx="4283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NTT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38280" y="7488646"/>
            <a:ext cx="22805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02165" y="7488646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not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75525" y="7488646"/>
            <a:ext cx="4922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liable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403593" y="7488646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to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585833" y="7488646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859194" y="7488646"/>
            <a:ext cx="85655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Purchaser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651578" y="7488646"/>
            <a:ext cx="2372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824641" y="7488646"/>
            <a:ext cx="73822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contract,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498700" y="7488646"/>
            <a:ext cx="2372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671763" y="7488646"/>
            <a:ext cx="39210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tort,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999697" y="7488646"/>
            <a:ext cx="2372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172759" y="7488646"/>
            <a:ext cx="59253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equity,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701125" y="7488646"/>
            <a:ext cx="2827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by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919747" y="7488646"/>
            <a:ext cx="79296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operation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648544" y="7488646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830784" y="7488646"/>
            <a:ext cx="60171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statute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368327" y="7488646"/>
            <a:ext cx="30098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(to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605141" y="7488646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878502" y="7488646"/>
            <a:ext cx="55615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extent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370485" y="7488646"/>
            <a:ext cx="60138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liability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907700" y="7488646"/>
            <a:ext cx="41930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may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262839" y="7488646"/>
            <a:ext cx="2919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be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490639" y="7488646"/>
            <a:ext cx="76559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excluded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192067" y="7488646"/>
            <a:ext cx="2827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by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410690" y="7488646"/>
            <a:ext cx="4101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law)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756651" y="7488646"/>
            <a:ext cx="2554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947905" y="7488646"/>
            <a:ext cx="81099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otherwise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694729" y="7488646"/>
            <a:ext cx="30098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for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931543" y="7488646"/>
            <a:ext cx="37391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any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74127" y="7734473"/>
            <a:ext cx="4102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kind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20253" y="7734473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02493" y="7734473"/>
            <a:ext cx="6379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indirect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276254" y="7734473"/>
            <a:ext cx="2554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467508" y="7734473"/>
            <a:ext cx="112089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consequential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524239" y="7734473"/>
            <a:ext cx="4011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loss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861187" y="7734473"/>
            <a:ext cx="2554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052441" y="7734473"/>
            <a:ext cx="74740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damage,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3735678" y="7734473"/>
            <a:ext cx="4011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loss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072625" y="7734473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254866" y="7734473"/>
            <a:ext cx="96602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opportunity,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156725" y="7734473"/>
            <a:ext cx="4011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loss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493673" y="7734473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675913" y="7734473"/>
            <a:ext cx="74740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revenue,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359150" y="7734473"/>
            <a:ext cx="4011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loss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696098" y="7734473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6878338" y="7734473"/>
            <a:ext cx="47404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profit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288214" y="7734473"/>
            <a:ext cx="2554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479468" y="7734473"/>
            <a:ext cx="90227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anticipated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317576" y="7734473"/>
            <a:ext cx="51960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profit,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8773013" y="7734473"/>
            <a:ext cx="4011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loss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9109961" y="7734473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9292201" y="7734473"/>
            <a:ext cx="82016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contracts,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0048203" y="7734473"/>
            <a:ext cx="4011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loss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0385150" y="7734473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0567391" y="7734473"/>
            <a:ext cx="7472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goodwill,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74127" y="7980301"/>
            <a:ext cx="4011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loss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511075" y="7980301"/>
            <a:ext cx="59236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arising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39277" y="7980301"/>
            <a:ext cx="43749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from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412607" y="7980301"/>
            <a:ext cx="7564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business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2104857" y="7980301"/>
            <a:ext cx="92948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interruption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970171" y="7980301"/>
            <a:ext cx="2554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3161424" y="7980301"/>
            <a:ext cx="60138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liability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3698640" y="7980301"/>
            <a:ext cx="59236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arising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4226841" y="7980301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out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4500202" y="7980301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4682442" y="7980301"/>
            <a:ext cx="2554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4873696" y="7980301"/>
            <a:ext cx="2372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5046758" y="7980301"/>
            <a:ext cx="90227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connection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5884866" y="7980301"/>
            <a:ext cx="4011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with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6221814" y="7980301"/>
            <a:ext cx="7200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pollution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6877682" y="7980301"/>
            <a:ext cx="2554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7068936" y="7980301"/>
            <a:ext cx="112991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contamination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8134681" y="7980301"/>
            <a:ext cx="59236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arising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8662882" y="7980301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out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8936243" y="7980301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9118483" y="7980301"/>
            <a:ext cx="2554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9309737" y="7980301"/>
            <a:ext cx="2372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9482799" y="7980301"/>
            <a:ext cx="90227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connection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0320908" y="7980301"/>
            <a:ext cx="4011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with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10657855" y="7980301"/>
            <a:ext cx="36473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this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74127" y="8226129"/>
            <a:ext cx="89309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agreement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003058" y="8226129"/>
            <a:ext cx="7016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incurred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640571" y="8226129"/>
            <a:ext cx="2554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831825" y="8226129"/>
            <a:ext cx="70184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suffered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2469502" y="8226129"/>
            <a:ext cx="2827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by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2688124" y="8226129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2961485" y="8226129"/>
            <a:ext cx="82000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Customer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3717323" y="8226129"/>
            <a:ext cx="2554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3908576" y="8226129"/>
            <a:ext cx="37391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any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4218319" y="8226129"/>
            <a:ext cx="48322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other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4637373" y="8226129"/>
            <a:ext cx="65628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person.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174127" y="8717784"/>
            <a:ext cx="41930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This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529266" y="8717784"/>
            <a:ext cx="6289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Invoice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1094014" y="8717784"/>
            <a:ext cx="22805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is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257899" y="8717784"/>
            <a:ext cx="6289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subject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822647" y="8717784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to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2004887" y="8717784"/>
            <a:ext cx="55074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T&amp;C's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2491462" y="8717784"/>
            <a:ext cx="7564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specified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3183713" y="8717784"/>
            <a:ext cx="2372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3356775" y="8717784"/>
            <a:ext cx="29180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url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3584412" y="8717784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: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3675532" y="8717784"/>
            <a:ext cx="664956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http://hello.global.ntt/-/media/ntt/global/legal/india/ntt-ltd-india-terms-and-conditions-of-sale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174127" y="12313012"/>
            <a:ext cx="93849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Declaration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174127" y="12558840"/>
            <a:ext cx="35555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We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465515" y="12558840"/>
            <a:ext cx="64710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declare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048454" y="12558840"/>
            <a:ext cx="3830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that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367375" y="12558840"/>
            <a:ext cx="6197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invoice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1922945" y="12558840"/>
            <a:ext cx="57417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shows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2432955" y="12558840"/>
            <a:ext cx="54697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actual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915761" y="12558840"/>
            <a:ext cx="46486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price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3316460" y="12558840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498700" y="12558840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3772060" y="12558840"/>
            <a:ext cx="55615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goods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264043" y="12558840"/>
            <a:ext cx="82016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described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020045" y="12558840"/>
            <a:ext cx="3830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and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338965" y="12558840"/>
            <a:ext cx="3830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that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5657886" y="12558840"/>
            <a:ext cx="2736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all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8906129" y="12602884"/>
            <a:ext cx="32818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for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9170148" y="12602884"/>
            <a:ext cx="4283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NTT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9534300" y="12602884"/>
            <a:ext cx="4922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India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9962368" y="12602884"/>
            <a:ext cx="65628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Private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0554485" y="12602884"/>
            <a:ext cx="69250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Limited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174127" y="12804668"/>
            <a:ext cx="86556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particulars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975525" y="12804668"/>
            <a:ext cx="34654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are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1257899" y="12804668"/>
            <a:ext cx="39210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true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1585833" y="12804668"/>
            <a:ext cx="3830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and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1904754" y="12804668"/>
            <a:ext cx="6561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correct.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174127" y="13050495"/>
            <a:ext cx="61072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Please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720684" y="13050495"/>
            <a:ext cx="4922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issue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1148752" y="13050495"/>
            <a:ext cx="64727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cheque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1731855" y="13050495"/>
            <a:ext cx="2372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1904918" y="13050495"/>
            <a:ext cx="56516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favour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2405914" y="13050495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2588154" y="13050495"/>
            <a:ext cx="48649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"NTT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3010486" y="13050495"/>
            <a:ext cx="4650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India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3411349" y="13050495"/>
            <a:ext cx="6197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Private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3966920" y="13050495"/>
            <a:ext cx="7416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Limited".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9467435" y="13586195"/>
            <a:ext cx="9747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Authorised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10377981" y="13586195"/>
            <a:ext cx="86556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Signatory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247876" y="14097311"/>
            <a:ext cx="565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Bank: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3151714" y="14097311"/>
            <a:ext cx="81984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Account: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5183889" y="14097311"/>
            <a:ext cx="4830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IFSC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5602779" y="14097311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#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6867808" y="14097311"/>
            <a:ext cx="56483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IBAN: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9945775" y="14097311"/>
            <a:ext cx="108386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SWIFT-Code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247876" y="14269391"/>
            <a:ext cx="103846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JPMORGAN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1222172" y="14269391"/>
            <a:ext cx="67431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CHASE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1832317" y="14269391"/>
            <a:ext cx="55598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BANK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2324136" y="14269391"/>
            <a:ext cx="42848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N.A.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3151714" y="14269391"/>
            <a:ext cx="3919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INR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3479484" y="14269391"/>
            <a:ext cx="10209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5385178495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5183889" y="14269391"/>
            <a:ext cx="12208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CHAS0INBX01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9945775" y="14269391"/>
            <a:ext cx="9475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CHASINBX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247876" y="14441470"/>
            <a:ext cx="69250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Mumbai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174127" y="14735439"/>
            <a:ext cx="4283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NTT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538280" y="14735439"/>
            <a:ext cx="4650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India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939143" y="14735439"/>
            <a:ext cx="6197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Private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1494713" y="14735439"/>
            <a:ext cx="6379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Limited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174127" y="14907518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5th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447488" y="14907518"/>
            <a:ext cx="47404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floor,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857364" y="14907518"/>
            <a:ext cx="82033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No:143/1,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1613530" y="14907518"/>
            <a:ext cx="73806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Uthamar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2287425" y="14907518"/>
            <a:ext cx="6380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Gandhi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2861351" y="14907518"/>
            <a:ext cx="5014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Road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174127" y="15079597"/>
            <a:ext cx="4650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Opp.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574990" y="15079597"/>
            <a:ext cx="39210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902924" y="15079597"/>
            <a:ext cx="4466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Park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1285432" y="15079597"/>
            <a:ext cx="5377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Hotel,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1759060" y="15079597"/>
            <a:ext cx="130281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Nungambakkam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174127" y="15251677"/>
            <a:ext cx="38292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PIN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492884" y="15251677"/>
            <a:ext cx="5014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Code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975689" y="15252496"/>
            <a:ext cx="19167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MT"/>
              </a:defRPr>
            </a:pPr>
            <a:r>
              <a:t>–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1103192" y="15251677"/>
            <a:ext cx="7020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600034,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174127" y="15423756"/>
            <a:ext cx="3919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City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501898" y="15423756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-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602031" y="15423756"/>
            <a:ext cx="7200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Chennai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174127" y="15595835"/>
            <a:ext cx="49239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State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602359" y="15595835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-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702493" y="15595835"/>
            <a:ext cx="51026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Tamil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1148588" y="15595835"/>
            <a:ext cx="5014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Nadu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174127" y="15767915"/>
            <a:ext cx="38292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Tax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492884" y="15767915"/>
            <a:ext cx="66529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number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1094014" y="15767915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3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1230694" y="15767915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-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1330828" y="15767915"/>
            <a:ext cx="163090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33AAACD2145G1Z8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174127" y="15939994"/>
            <a:ext cx="66703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________________________________________________________________________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174127" y="16112073"/>
            <a:ext cx="83836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Corporate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948320" y="16112073"/>
            <a:ext cx="5377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Office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1421948" y="16112073"/>
            <a:ext cx="7108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Address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2068639" y="16112073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: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2159759" y="16112073"/>
            <a:ext cx="4742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1701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2569799" y="16112073"/>
            <a:ext cx="57434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-1704,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3079974" y="16112073"/>
            <a:ext cx="69250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B-Wing,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3708309" y="16112073"/>
            <a:ext cx="46486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ONE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4109008" y="16112073"/>
            <a:ext cx="4466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BKC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4491516" y="16112073"/>
            <a:ext cx="3535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"G"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4780937" y="16112073"/>
            <a:ext cx="55598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Block,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5272756" y="16112073"/>
            <a:ext cx="6380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Bandra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174127" y="16284153"/>
            <a:ext cx="4922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Kurla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602195" y="16284153"/>
            <a:ext cx="80181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Complex,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1339842" y="16284153"/>
            <a:ext cx="6380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Bandra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1913767" y="16284153"/>
            <a:ext cx="59236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(East),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2441969" y="16284153"/>
            <a:ext cx="69250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Mumbai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3070304" y="16284153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-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3170438" y="16284153"/>
            <a:ext cx="3830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400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3489358" y="16284153"/>
            <a:ext cx="4286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051.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3853839" y="16284153"/>
            <a:ext cx="5105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India.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1724890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876" y="699994"/>
            <a:ext cx="131612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TRIPLICATE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11225" y="699994"/>
            <a:ext cx="5421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00626" y="699994"/>
            <a:ext cx="113421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SUPPLIER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7876" y="1188576"/>
            <a:ext cx="4624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7588" y="1188576"/>
            <a:ext cx="95189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Number: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7876" y="1478448"/>
            <a:ext cx="737557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c909eeaa4479febb63a5a0d93e7e39d93809a8fc6a63c1ecae9ab1c8aac4a70d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7876" y="1769344"/>
            <a:ext cx="8156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Invoice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0761" y="1769344"/>
            <a:ext cx="6560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Type: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9283" y="1769344"/>
            <a:ext cx="9975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SEZWOP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6899" y="2615400"/>
            <a:ext cx="5649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BILL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89040" y="2615400"/>
            <a:ext cx="4624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TO: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3809" y="2615400"/>
            <a:ext cx="5878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8893" y="2615400"/>
            <a:ext cx="4624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TO: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6899" y="2836645"/>
            <a:ext cx="112253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LABCORP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6659" y="2836645"/>
            <a:ext cx="124790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SCIENTIFIC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1791" y="2836645"/>
            <a:ext cx="114568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4699" y="2836645"/>
            <a:ext cx="25763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&amp;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9556" y="2836645"/>
            <a:ext cx="130485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SOLUTIONS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3809" y="2836645"/>
            <a:ext cx="112253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LABCORP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3568" y="2836645"/>
            <a:ext cx="124790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SCIENTIFIC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8700" y="2836645"/>
            <a:ext cx="114568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61609" y="2836645"/>
            <a:ext cx="25763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&amp;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465" y="2836645"/>
            <a:ext cx="130485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SOLUTIONS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6899" y="3057890"/>
            <a:ext cx="9975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PRIVATE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21697" y="3057890"/>
            <a:ext cx="92915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LIMITED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3809" y="3057890"/>
            <a:ext cx="9975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PRIVATE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48606" y="3057890"/>
            <a:ext cx="92915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LIMITED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6899" y="3279135"/>
            <a:ext cx="7585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QUBIX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82629" y="3279135"/>
            <a:ext cx="115695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BUSINESS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86805" y="3279135"/>
            <a:ext cx="69008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PARK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24113" y="3279135"/>
            <a:ext cx="56512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PVT.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36459" y="3279135"/>
            <a:ext cx="5649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LTD.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48599" y="3279135"/>
            <a:ext cx="50817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SEZ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03995" y="3279135"/>
            <a:ext cx="66734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BLUE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3809" y="3279135"/>
            <a:ext cx="7585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QUBIX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09539" y="3279135"/>
            <a:ext cx="115695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BUSINESS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3714" y="3279135"/>
            <a:ext cx="69008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PARK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51022" y="3279135"/>
            <a:ext cx="56512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PVT.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63368" y="3279135"/>
            <a:ext cx="5649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LTD.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09" y="3279135"/>
            <a:ext cx="50817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SEZ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0905" y="3279135"/>
            <a:ext cx="66734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BLUE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76899" y="3500380"/>
            <a:ext cx="7585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RIDGE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82629" y="3500380"/>
            <a:ext cx="40574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IT6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35597" y="3500380"/>
            <a:ext cx="48543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1ST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68253" y="3500380"/>
            <a:ext cx="5079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FLR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23444" y="3500380"/>
            <a:ext cx="30331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73983" y="3500380"/>
            <a:ext cx="4739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NO.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95168" y="3500380"/>
            <a:ext cx="62227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154/6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3809" y="3500380"/>
            <a:ext cx="7585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RIDGE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09539" y="3500380"/>
            <a:ext cx="40574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IT6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62506" y="3500380"/>
            <a:ext cx="48543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1ST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95163" y="3500380"/>
            <a:ext cx="5079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FLR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50353" y="3500380"/>
            <a:ext cx="30331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00893" y="3500380"/>
            <a:ext cx="4739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NO.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22077" y="3500380"/>
            <a:ext cx="62227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154/6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76899" y="3721625"/>
            <a:ext cx="69008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NEAR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14207" y="3721625"/>
            <a:ext cx="7130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RAJIV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474459" y="3721625"/>
            <a:ext cx="91768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GANDHI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39363" y="3721625"/>
            <a:ext cx="11567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INFOTECH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43333" y="3721625"/>
            <a:ext cx="69008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PARK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3809" y="3721625"/>
            <a:ext cx="69008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NEAR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41117" y="3721625"/>
            <a:ext cx="7130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RAJIV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01369" y="3721625"/>
            <a:ext cx="91768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GANDHI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66272" y="3721625"/>
            <a:ext cx="11567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INFOTECH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70243" y="3721625"/>
            <a:ext cx="69008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PARK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76899" y="3942869"/>
            <a:ext cx="7357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PUNE,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59890" y="3942869"/>
            <a:ext cx="138475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Maharashtra,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91866" y="3942869"/>
            <a:ext cx="85007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411057,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989167" y="3942869"/>
            <a:ext cx="5878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India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03809" y="3942869"/>
            <a:ext cx="7357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PUNE,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086800" y="3942869"/>
            <a:ext cx="138475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Maharashtra,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18775" y="3942869"/>
            <a:ext cx="85007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411057,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16076" y="3942869"/>
            <a:ext cx="5878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India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76899" y="4164114"/>
            <a:ext cx="9404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Contact: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64542" y="4164114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03809" y="4164114"/>
            <a:ext cx="53091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GST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81943" y="4164114"/>
            <a:ext cx="49670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Reg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25867" y="4164114"/>
            <a:ext cx="4510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No: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24108" y="4164114"/>
            <a:ext cx="202226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27AAKCS7755B2Z3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76899" y="4385359"/>
            <a:ext cx="53091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GST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655034" y="4385359"/>
            <a:ext cx="49670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Reg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098958" y="4385359"/>
            <a:ext cx="4510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No: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497198" y="4385359"/>
            <a:ext cx="202226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27AAKCS7755B2Z3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03809" y="4385359"/>
            <a:ext cx="38300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SP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734037" y="4385359"/>
            <a:ext cx="6788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State: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360078" y="4385359"/>
            <a:ext cx="188562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Maharashtra,State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192928" y="4385359"/>
            <a:ext cx="69008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Code: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830236" y="4385359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27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76899" y="4657818"/>
            <a:ext cx="64501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Place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769139" y="4657818"/>
            <a:ext cx="30311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019473" y="4657818"/>
            <a:ext cx="86093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Supply: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827632" y="4657818"/>
            <a:ext cx="188562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Maharashtra,State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660481" y="4657818"/>
            <a:ext cx="69008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Code: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297789" y="4657818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27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47876" y="5079822"/>
            <a:ext cx="4626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Tax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57793" y="5079822"/>
            <a:ext cx="8156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Invoice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151714" y="5079822"/>
            <a:ext cx="148779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F20008010151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686811" y="5070604"/>
            <a:ext cx="6218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Copy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403809" y="5063147"/>
            <a:ext cx="4830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Your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822699" y="5063147"/>
            <a:ext cx="90211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Reference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552752" y="5063147"/>
            <a:ext cx="10209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0250000401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403809" y="5295659"/>
            <a:ext cx="4011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Our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740756" y="5295659"/>
            <a:ext cx="90211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Reference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552752" y="5295659"/>
            <a:ext cx="6564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766608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47876" y="5411403"/>
            <a:ext cx="5014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Page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85121" y="5411403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21801" y="5411403"/>
            <a:ext cx="2644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22069" y="5411403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3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093330" y="5369694"/>
            <a:ext cx="8156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Invoice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856215" y="5369694"/>
            <a:ext cx="116842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Reference: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971863" y="5369694"/>
            <a:ext cx="10209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92072493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47876" y="5759658"/>
            <a:ext cx="6744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Invoice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58184" y="5759658"/>
            <a:ext cx="46486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Date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396819" y="5759658"/>
            <a:ext cx="9298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20.02.2023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403809" y="5760683"/>
            <a:ext cx="7652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Account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104909" y="5760683"/>
            <a:ext cx="51960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Clerk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552752" y="5760683"/>
            <a:ext cx="66529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Devesh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153882" y="5760683"/>
            <a:ext cx="86556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Harchekar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47876" y="5992170"/>
            <a:ext cx="8745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Customer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58287" y="5992170"/>
            <a:ext cx="32818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No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396819" y="5992170"/>
            <a:ext cx="7475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4024435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552752" y="5993195"/>
            <a:ext cx="38767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+27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876261" y="5993195"/>
            <a:ext cx="2919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22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104061" y="5993195"/>
            <a:ext cx="4742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6219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514101" y="5993195"/>
            <a:ext cx="4742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7000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47876" y="6457194"/>
            <a:ext cx="7928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Payment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76509" y="6457194"/>
            <a:ext cx="46486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Date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396819" y="6457194"/>
            <a:ext cx="9298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22.03.2023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47876" y="6689706"/>
            <a:ext cx="60154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Terms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85255" y="6689706"/>
            <a:ext cx="2644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85522" y="6689706"/>
            <a:ext cx="7928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Payment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396819" y="6689706"/>
            <a:ext cx="2919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30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624619" y="6689706"/>
            <a:ext cx="4830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Days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043509" y="6689706"/>
            <a:ext cx="36473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Net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47876" y="7086103"/>
            <a:ext cx="4466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Item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96511" y="7086103"/>
            <a:ext cx="5194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Code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649937" y="7086103"/>
            <a:ext cx="38292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Qty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005363" y="7086103"/>
            <a:ext cx="49207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UOM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771225" y="7086103"/>
            <a:ext cx="4283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Unit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135377" y="7086103"/>
            <a:ext cx="5105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Price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423090" y="7086103"/>
            <a:ext cx="37374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Net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732669" y="7086103"/>
            <a:ext cx="5105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Price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96511" y="7331931"/>
            <a:ext cx="101125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Description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38996" y="7666871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1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96511" y="7666871"/>
            <a:ext cx="113892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PAN-PA-3220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838118" y="7666871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2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168224" y="7666871"/>
            <a:ext cx="32835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EA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579684" y="7666871"/>
            <a:ext cx="106648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1,689,890.22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177262" y="7666871"/>
            <a:ext cx="106648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3,379,780.44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96511" y="7953670"/>
            <a:ext cx="4376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Palo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70005" y="7953670"/>
            <a:ext cx="39210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Alto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397939" y="7953670"/>
            <a:ext cx="79263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Networks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126408" y="7953670"/>
            <a:ext cx="74740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PA-3220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809645" y="7953670"/>
            <a:ext cx="4011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with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146593" y="7953670"/>
            <a:ext cx="80214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redundan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96511" y="8240469"/>
            <a:ext cx="45568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HSN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088032" y="8240469"/>
            <a:ext cx="54697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Code: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728686" y="8240469"/>
            <a:ext cx="8386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85177010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96511" y="8527267"/>
            <a:ext cx="5286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Order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160961" y="8527267"/>
            <a:ext cx="4102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Ref: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090558" y="8527267"/>
            <a:ext cx="6564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766608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682839" y="8527267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/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2773959" y="8527267"/>
            <a:ext cx="2919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10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541966" y="8527267"/>
            <a:ext cx="8563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Fulfillment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334186" y="8527267"/>
            <a:ext cx="5014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Date: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375389" y="8527267"/>
            <a:ext cx="9298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20.02.2023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96511" y="8814066"/>
            <a:ext cx="5377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IGST: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352379" y="8814066"/>
            <a:ext cx="6654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0.000%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96511" y="9100865"/>
            <a:ext cx="5286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Serial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160961" y="9100865"/>
            <a:ext cx="82000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Numbers: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916799" y="9100865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(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016933" y="9100865"/>
            <a:ext cx="115760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16201048534,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3110374" y="9100865"/>
            <a:ext cx="111204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16201048539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4158255" y="9100865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)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38996" y="9633492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2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696511" y="9633492"/>
            <a:ext cx="158485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PAN-SFP-PLUS-SR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5838118" y="9633492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4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6168224" y="9633492"/>
            <a:ext cx="32835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EA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7715913" y="9633492"/>
            <a:ext cx="9298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125,118.00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313492" y="9633492"/>
            <a:ext cx="9298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500,472.00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696511" y="9920290"/>
            <a:ext cx="5241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SFP+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156536" y="9920290"/>
            <a:ext cx="43749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form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529867" y="9920290"/>
            <a:ext cx="56516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factor,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2030863" y="9920290"/>
            <a:ext cx="33736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SR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304060" y="9920290"/>
            <a:ext cx="5105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10Gb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2750483" y="9920290"/>
            <a:ext cx="58335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optical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3269671" y="9920290"/>
            <a:ext cx="55598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transc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96511" y="10207089"/>
            <a:ext cx="45568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HSN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088032" y="10207089"/>
            <a:ext cx="54697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Code: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2728686" y="10207089"/>
            <a:ext cx="8386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85176290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696511" y="10493888"/>
            <a:ext cx="5286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Order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160961" y="10493888"/>
            <a:ext cx="4102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Ref: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2090558" y="10493888"/>
            <a:ext cx="6564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766608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2682839" y="10493888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/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2773959" y="10493888"/>
            <a:ext cx="2919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20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541966" y="10493888"/>
            <a:ext cx="8563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Fulfillment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4334186" y="10493888"/>
            <a:ext cx="5014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Date: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5375389" y="10493888"/>
            <a:ext cx="9298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20.02.2023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96511" y="10780687"/>
            <a:ext cx="5377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IGST: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352379" y="10780687"/>
            <a:ext cx="6654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0.000%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696511" y="11067486"/>
            <a:ext cx="5286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Serial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160961" y="11067486"/>
            <a:ext cx="82000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Numbers: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916799" y="11067486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(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2016933" y="11067486"/>
            <a:ext cx="11664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DD227471906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3119224" y="11067486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to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3301464" y="11067486"/>
            <a:ext cx="11664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DD227471909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4403755" y="11067486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)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247876" y="12370372"/>
            <a:ext cx="61957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NOTE: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803528" y="12370372"/>
            <a:ext cx="45568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HSN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195049" y="12370372"/>
            <a:ext cx="107501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Classification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2205893" y="12370372"/>
            <a:ext cx="8475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applicable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2989263" y="12370372"/>
            <a:ext cx="30098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for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3226077" y="12370372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3499437" y="12370372"/>
            <a:ext cx="46486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main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3900136" y="12370372"/>
            <a:ext cx="65628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product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4492253" y="12370372"/>
            <a:ext cx="7564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including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5184504" y="12370372"/>
            <a:ext cx="2736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its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5393949" y="12370372"/>
            <a:ext cx="47404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parts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5803825" y="12370372"/>
            <a:ext cx="3830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and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6122746" y="12370372"/>
            <a:ext cx="97487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accessories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7390192" y="12288717"/>
            <a:ext cx="49670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Sub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7834116" y="12288717"/>
            <a:ext cx="5991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Total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9189240" y="12288717"/>
            <a:ext cx="13056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3,880,252.44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10526542" y="12288717"/>
            <a:ext cx="4624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INR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247876" y="12616200"/>
            <a:ext cx="4650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have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648739" y="12616200"/>
            <a:ext cx="4742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been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1058779" y="12616200"/>
            <a:ext cx="7928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disclosed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1787412" y="12616200"/>
            <a:ext cx="55615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based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2279395" y="12616200"/>
            <a:ext cx="2919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2507195" y="12616200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2780556" y="12616200"/>
            <a:ext cx="75625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Customs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3472642" y="12616200"/>
            <a:ext cx="107501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Classification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4483485" y="12616200"/>
            <a:ext cx="9386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Legislation.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47876" y="14097311"/>
            <a:ext cx="565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Bank: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3151714" y="14097311"/>
            <a:ext cx="81984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Account: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5183889" y="14097311"/>
            <a:ext cx="4830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IFSC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5602779" y="14097311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#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6867808" y="14097311"/>
            <a:ext cx="56483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IBAN: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9945775" y="14097311"/>
            <a:ext cx="108386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SWIFT-Code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247876" y="14269391"/>
            <a:ext cx="103846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JPMORGAN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1222172" y="14269391"/>
            <a:ext cx="67431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CHASE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832317" y="14269391"/>
            <a:ext cx="55598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BANK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2324136" y="14269391"/>
            <a:ext cx="42848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N.A.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3151714" y="14269391"/>
            <a:ext cx="3919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INR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3479484" y="14269391"/>
            <a:ext cx="10209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5385178495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5183889" y="14269391"/>
            <a:ext cx="12208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CHAS0INBX01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9945775" y="14269391"/>
            <a:ext cx="9475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CHASINBX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247876" y="14441470"/>
            <a:ext cx="69250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Mumbai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174127" y="14735439"/>
            <a:ext cx="4283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NTT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538280" y="14735439"/>
            <a:ext cx="4650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India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939143" y="14735439"/>
            <a:ext cx="6197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Private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1494713" y="14735439"/>
            <a:ext cx="6379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Limited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174127" y="14907518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5th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447488" y="14907518"/>
            <a:ext cx="47404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floor,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857364" y="14907518"/>
            <a:ext cx="82033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No:143/1,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1613530" y="14907518"/>
            <a:ext cx="73806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Uthamar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2287425" y="14907518"/>
            <a:ext cx="6380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Gandhi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2861351" y="14907518"/>
            <a:ext cx="5014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Road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74127" y="15079597"/>
            <a:ext cx="4650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Opp.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574990" y="15079597"/>
            <a:ext cx="39210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902924" y="15079597"/>
            <a:ext cx="4466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Park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1285432" y="15079597"/>
            <a:ext cx="5377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Hotel,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1759060" y="15079597"/>
            <a:ext cx="130281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Nungambakkam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174127" y="15251677"/>
            <a:ext cx="38292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PIN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492884" y="15251677"/>
            <a:ext cx="5014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Code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975689" y="15252496"/>
            <a:ext cx="19167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MT"/>
              </a:defRPr>
            </a:pPr>
            <a:r>
              <a:t>–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1103192" y="15251677"/>
            <a:ext cx="7020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600034,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174127" y="15423756"/>
            <a:ext cx="3919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City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01898" y="15423756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-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602031" y="15423756"/>
            <a:ext cx="7200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Chennai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174127" y="15595835"/>
            <a:ext cx="49239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State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602359" y="15595835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-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702493" y="15595835"/>
            <a:ext cx="51026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Tamil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1148588" y="15595835"/>
            <a:ext cx="5014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Nadu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174127" y="15767915"/>
            <a:ext cx="38292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Tax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492884" y="15767915"/>
            <a:ext cx="66529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number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1094014" y="15767915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3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1230694" y="15767915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-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1330828" y="15767915"/>
            <a:ext cx="163090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33AAACD2145G1Z8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174127" y="15939994"/>
            <a:ext cx="66703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________________________________________________________________________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174127" y="16112073"/>
            <a:ext cx="83836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Corporate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948320" y="16112073"/>
            <a:ext cx="5377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Office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1421948" y="16112073"/>
            <a:ext cx="7108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Address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2068639" y="16112073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: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2159759" y="16112073"/>
            <a:ext cx="4742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1701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2569799" y="16112073"/>
            <a:ext cx="57434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-1704,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3079974" y="16112073"/>
            <a:ext cx="69250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B-Wing,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3708309" y="16112073"/>
            <a:ext cx="46486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ONE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4109008" y="16112073"/>
            <a:ext cx="4466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BKC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4491516" y="16112073"/>
            <a:ext cx="3535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"G"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4780937" y="16112073"/>
            <a:ext cx="55598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Block,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5272756" y="16112073"/>
            <a:ext cx="6380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Bandra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174127" y="16284153"/>
            <a:ext cx="4922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Kurla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602195" y="16284153"/>
            <a:ext cx="80181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Complex,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39842" y="16284153"/>
            <a:ext cx="6380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Bandra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1913767" y="16284153"/>
            <a:ext cx="59236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(East),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2441969" y="16284153"/>
            <a:ext cx="69250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Mumbai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3070304" y="16284153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-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3170438" y="16284153"/>
            <a:ext cx="3830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400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3489358" y="16284153"/>
            <a:ext cx="4286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051.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3853839" y="16284153"/>
            <a:ext cx="5105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India.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1724890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876" y="699994"/>
            <a:ext cx="131612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TRIPLICATE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11225" y="699994"/>
            <a:ext cx="5421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00626" y="699994"/>
            <a:ext cx="113421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SUPPLIER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7876" y="1188576"/>
            <a:ext cx="4624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7588" y="1188576"/>
            <a:ext cx="95189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Number: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7876" y="1478448"/>
            <a:ext cx="737557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c909eeaa4479febb63a5a0d93e7e39d93809a8fc6a63c1ecae9ab1c8aac4a70d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7876" y="2060240"/>
            <a:ext cx="4626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793" y="2060240"/>
            <a:ext cx="8156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Invoice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1714" y="2060240"/>
            <a:ext cx="148779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F20008010151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86811" y="2051021"/>
            <a:ext cx="6218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Copy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7876" y="2391820"/>
            <a:ext cx="5014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121" y="2391820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801" y="2391820"/>
            <a:ext cx="2644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2069" y="2391820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3330" y="2350111"/>
            <a:ext cx="8156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Invoice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6215" y="2350111"/>
            <a:ext cx="116842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Reference: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71863" y="2350111"/>
            <a:ext cx="10209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92072493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7876" y="2789241"/>
            <a:ext cx="4466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511" y="2789241"/>
            <a:ext cx="5194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49937" y="2789241"/>
            <a:ext cx="38292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Qty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05363" y="2789241"/>
            <a:ext cx="49207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UOM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1225" y="2789241"/>
            <a:ext cx="4283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Unit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5377" y="2789241"/>
            <a:ext cx="5105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Price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3090" y="2789241"/>
            <a:ext cx="37374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32669" y="2789241"/>
            <a:ext cx="5105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Price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511" y="3035069"/>
            <a:ext cx="101125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Description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996" y="3370009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511" y="3370009"/>
            <a:ext cx="13932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DDNC-INBOUND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5619" y="3370009"/>
            <a:ext cx="98405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LOGISTICS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5506" y="3370009"/>
            <a:ext cx="56483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(NPR)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8118" y="3370009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68224" y="3370009"/>
            <a:ext cx="32835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EA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6787" y="3370009"/>
            <a:ext cx="4286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0.00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14365" y="3370009"/>
            <a:ext cx="4286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0.00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6511" y="3656808"/>
            <a:ext cx="86540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INBOUND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97745" y="3656808"/>
            <a:ext cx="98405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LOGISTICS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17632" y="3656808"/>
            <a:ext cx="56483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(NPR)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6511" y="3943607"/>
            <a:ext cx="45568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HSN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032" y="3943607"/>
            <a:ext cx="54697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Code: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28686" y="3943607"/>
            <a:ext cx="6564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996763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6511" y="4230406"/>
            <a:ext cx="5286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Order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60961" y="4230406"/>
            <a:ext cx="4102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Ref: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90558" y="4230406"/>
            <a:ext cx="6564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766608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82839" y="4230406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/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73959" y="4230406"/>
            <a:ext cx="2919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30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6511" y="4517205"/>
            <a:ext cx="5377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IGST: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52379" y="4517205"/>
            <a:ext cx="6654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0.000%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7876" y="4992758"/>
            <a:ext cx="9293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SUPPLY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4456" y="4992758"/>
            <a:ext cx="39427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65951" y="4992758"/>
            <a:ext cx="50817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SEZ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21347" y="4992758"/>
            <a:ext cx="58765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UNIT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56227" y="4992758"/>
            <a:ext cx="41701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20462" y="4992758"/>
            <a:ext cx="50817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SEZ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75857" y="4992758"/>
            <a:ext cx="137328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DEVELOPER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96361" y="4992758"/>
            <a:ext cx="5421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FOR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85763" y="4992758"/>
            <a:ext cx="146403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AUTHORISED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97018" y="4992758"/>
            <a:ext cx="14642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OPERATIONS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47876" y="5214003"/>
            <a:ext cx="83799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UNDER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3090" y="5214003"/>
            <a:ext cx="71282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BOND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93137" y="5214003"/>
            <a:ext cx="41701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OR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372" y="5214003"/>
            <a:ext cx="90641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LETTER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11008" y="5214003"/>
            <a:ext cx="39427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52504" y="5214003"/>
            <a:ext cx="162320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UNDERTAKING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22932" y="5214003"/>
            <a:ext cx="106558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WITHOUT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35742" y="5214003"/>
            <a:ext cx="111127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PAYMENT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94235" y="5214003"/>
            <a:ext cx="39427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47876" y="5435248"/>
            <a:ext cx="144129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INTEGRATED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36392" y="5435248"/>
            <a:ext cx="872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GOODS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456022" y="5435248"/>
            <a:ext cx="25763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&amp;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660878" y="5435248"/>
            <a:ext cx="100904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SERVICE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17148" y="5435248"/>
            <a:ext cx="5194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TAX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83811" y="5435248"/>
            <a:ext cx="57618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(LUT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07218" y="5435248"/>
            <a:ext cx="2236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#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78069" y="5435248"/>
            <a:ext cx="190898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AD330322041212X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34272" y="5435248"/>
            <a:ext cx="59933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Valid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80829" y="5435248"/>
            <a:ext cx="6218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From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49920" y="5435248"/>
            <a:ext cx="11348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01.04.2022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31971" y="5435248"/>
            <a:ext cx="30311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82305" y="5435248"/>
            <a:ext cx="120304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31.03.2023)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47876" y="12370372"/>
            <a:ext cx="61957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NOTE: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03528" y="12370372"/>
            <a:ext cx="45568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HSN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95049" y="12370372"/>
            <a:ext cx="107501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Classification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205893" y="12370372"/>
            <a:ext cx="8475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applicable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989263" y="12370372"/>
            <a:ext cx="30098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for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226077" y="12370372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99437" y="12370372"/>
            <a:ext cx="46486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main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900136" y="12370372"/>
            <a:ext cx="65628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product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492253" y="12370372"/>
            <a:ext cx="7564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including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184504" y="12370372"/>
            <a:ext cx="2736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its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93949" y="12370372"/>
            <a:ext cx="47404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parts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803825" y="12370372"/>
            <a:ext cx="3830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and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122746" y="12370372"/>
            <a:ext cx="97487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accessories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390192" y="12288717"/>
            <a:ext cx="49670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Sub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834116" y="12288717"/>
            <a:ext cx="5991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Total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189240" y="12288717"/>
            <a:ext cx="13056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3,880,252.44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526542" y="12288717"/>
            <a:ext cx="4624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47876" y="12616200"/>
            <a:ext cx="4650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have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48739" y="12616200"/>
            <a:ext cx="4742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been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58779" y="12616200"/>
            <a:ext cx="7928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disclosed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787412" y="12616200"/>
            <a:ext cx="55615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based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279395" y="12616200"/>
            <a:ext cx="2919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507195" y="12616200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780556" y="12616200"/>
            <a:ext cx="75625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Customs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472642" y="12616200"/>
            <a:ext cx="107501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Classification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483485" y="12616200"/>
            <a:ext cx="9386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Legislation.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47876" y="14097311"/>
            <a:ext cx="565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Bank: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151714" y="14097311"/>
            <a:ext cx="81984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Account: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183889" y="14097311"/>
            <a:ext cx="4830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IFSC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602779" y="14097311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#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867808" y="14097311"/>
            <a:ext cx="56483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IBAN: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45775" y="14097311"/>
            <a:ext cx="108386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SWIFT-Code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47876" y="14269391"/>
            <a:ext cx="103846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JPMORGAN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222172" y="14269391"/>
            <a:ext cx="67431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CHASE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832317" y="14269391"/>
            <a:ext cx="55598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BANK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324136" y="14269391"/>
            <a:ext cx="42848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N.A.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151714" y="14269391"/>
            <a:ext cx="3919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INR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479484" y="14269391"/>
            <a:ext cx="10209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5385178495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183889" y="14269391"/>
            <a:ext cx="12208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CHAS0INBX01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945775" y="14269391"/>
            <a:ext cx="9475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CHASINBX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47876" y="14441470"/>
            <a:ext cx="69250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Mumbai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74127" y="14735439"/>
            <a:ext cx="4283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NTT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38280" y="14735439"/>
            <a:ext cx="4650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India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39143" y="14735439"/>
            <a:ext cx="6197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Private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494713" y="14735439"/>
            <a:ext cx="6379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Limited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74127" y="14907518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5th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47488" y="14907518"/>
            <a:ext cx="47404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floor,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57364" y="14907518"/>
            <a:ext cx="82033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No:143/1,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613530" y="14907518"/>
            <a:ext cx="73806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Uthamar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287425" y="14907518"/>
            <a:ext cx="6380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Gandhi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861351" y="14907518"/>
            <a:ext cx="5014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Road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74127" y="15079597"/>
            <a:ext cx="4650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Opp.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74990" y="15079597"/>
            <a:ext cx="39210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02924" y="15079597"/>
            <a:ext cx="4466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Park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285432" y="15079597"/>
            <a:ext cx="5377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Hotel,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759060" y="15079597"/>
            <a:ext cx="130281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Nungambakkam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74127" y="15251677"/>
            <a:ext cx="38292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PIN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92884" y="15251677"/>
            <a:ext cx="5014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Code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75689" y="15252496"/>
            <a:ext cx="19167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MT"/>
              </a:defRPr>
            </a:pPr>
            <a:r>
              <a:t>–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103192" y="15251677"/>
            <a:ext cx="7020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600034,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74127" y="15423756"/>
            <a:ext cx="3919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City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01898" y="15423756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-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02031" y="15423756"/>
            <a:ext cx="7200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Chennai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74127" y="15595835"/>
            <a:ext cx="49239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State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02359" y="15595835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-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02493" y="15595835"/>
            <a:ext cx="51026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Tamil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148588" y="15595835"/>
            <a:ext cx="5014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Nadu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74127" y="15767915"/>
            <a:ext cx="38292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Tax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92884" y="15767915"/>
            <a:ext cx="66529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number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94014" y="15767915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3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230694" y="15767915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-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330828" y="15767915"/>
            <a:ext cx="163090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33AAACD2145G1Z8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74127" y="15939994"/>
            <a:ext cx="66703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________________________________________________________________________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74127" y="16112073"/>
            <a:ext cx="83836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Corporate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48320" y="16112073"/>
            <a:ext cx="5377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Office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421948" y="16112073"/>
            <a:ext cx="7108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Address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068639" y="16112073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: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159759" y="16112073"/>
            <a:ext cx="4742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1701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569799" y="16112073"/>
            <a:ext cx="57434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-1704,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079974" y="16112073"/>
            <a:ext cx="69250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B-Wing,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708309" y="16112073"/>
            <a:ext cx="46486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ONE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109008" y="16112073"/>
            <a:ext cx="4466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BKC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491516" y="16112073"/>
            <a:ext cx="3535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"G"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780937" y="16112073"/>
            <a:ext cx="55598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Block,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5272756" y="16112073"/>
            <a:ext cx="6380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Bandra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74127" y="16284153"/>
            <a:ext cx="4922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Kurla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02195" y="16284153"/>
            <a:ext cx="80181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Complex,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339842" y="16284153"/>
            <a:ext cx="6380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Bandra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913767" y="16284153"/>
            <a:ext cx="59236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(East),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2441969" y="16284153"/>
            <a:ext cx="69250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Mumbai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3070304" y="16284153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-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3170438" y="16284153"/>
            <a:ext cx="3830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400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3489358" y="16284153"/>
            <a:ext cx="4286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051.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3853839" y="16284153"/>
            <a:ext cx="5105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India.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1724890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876" y="699994"/>
            <a:ext cx="131612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TRIPLICATE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11225" y="699994"/>
            <a:ext cx="5421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00626" y="699994"/>
            <a:ext cx="113421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SUPPLIER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7876" y="1188576"/>
            <a:ext cx="4624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7588" y="1188576"/>
            <a:ext cx="95189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Number: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7876" y="1478448"/>
            <a:ext cx="737557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c909eeaa4479febb63a5a0d93e7e39d93809a8fc6a63c1ecae9ab1c8aac4a70d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7876" y="2060240"/>
            <a:ext cx="4626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793" y="2060240"/>
            <a:ext cx="8156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Invoice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1714" y="2060240"/>
            <a:ext cx="148779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F20008010151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86811" y="2051021"/>
            <a:ext cx="6218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Copy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7876" y="2391820"/>
            <a:ext cx="5014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121" y="2391820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801" y="2391820"/>
            <a:ext cx="2644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2069" y="2391820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3330" y="2350111"/>
            <a:ext cx="8156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Invoice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6215" y="2350111"/>
            <a:ext cx="116842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Reference: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71863" y="2350111"/>
            <a:ext cx="10209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92072493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7876" y="2789241"/>
            <a:ext cx="4466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511" y="2789241"/>
            <a:ext cx="5194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49937" y="2789241"/>
            <a:ext cx="38292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Qty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05363" y="2789241"/>
            <a:ext cx="49207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UOM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1225" y="2789241"/>
            <a:ext cx="4283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Unit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5377" y="2789241"/>
            <a:ext cx="5105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Price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3090" y="2789241"/>
            <a:ext cx="37374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32669" y="2789241"/>
            <a:ext cx="5105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Price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511" y="3035069"/>
            <a:ext cx="101125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Description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7876" y="3968190"/>
            <a:ext cx="4466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GST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383" y="3968190"/>
            <a:ext cx="9930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Breakdown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42990" y="3968190"/>
            <a:ext cx="7200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Taxable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98858" y="3968190"/>
            <a:ext cx="6561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Supply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50811" y="3968190"/>
            <a:ext cx="4466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GST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192" y="3984865"/>
            <a:ext cx="49670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Sub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34116" y="3984865"/>
            <a:ext cx="5991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Total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0467" y="3984865"/>
            <a:ext cx="58806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Excl.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85752" y="3984865"/>
            <a:ext cx="13056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3,880,252.44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90192" y="4230693"/>
            <a:ext cx="53091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GST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84487" y="4230693"/>
            <a:ext cx="50837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0.00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90192" y="4476520"/>
            <a:ext cx="5194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56855" y="4476520"/>
            <a:ext cx="7585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Goods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85511" y="4476520"/>
            <a:ext cx="50837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0.00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90192" y="4722348"/>
            <a:ext cx="5991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Total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10111" y="4722348"/>
            <a:ext cx="4624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85137" y="4722348"/>
            <a:ext cx="13056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3,880,252.44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90192" y="5091089"/>
            <a:ext cx="54238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Paid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79798" y="5091089"/>
            <a:ext cx="88347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Amount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84896" y="5091089"/>
            <a:ext cx="50837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0.00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90192" y="5336917"/>
            <a:ext cx="96356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Payment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00983" y="5336917"/>
            <a:ext cx="49670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Due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85137" y="5336917"/>
            <a:ext cx="130567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3,880,252.44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7876" y="5808824"/>
            <a:ext cx="6744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Amount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8184" y="5808824"/>
            <a:ext cx="95684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Chargeable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750866" y="5808824"/>
            <a:ext cx="29180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(in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78502" y="5808824"/>
            <a:ext cx="60138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words)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7876" y="5980903"/>
            <a:ext cx="36473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Rs.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441" y="5980903"/>
            <a:ext cx="66513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THREE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49407" y="5980903"/>
            <a:ext cx="78345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MILLION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68699" y="5980903"/>
            <a:ext cx="61056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EIGHT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415092" y="5980903"/>
            <a:ext cx="92898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HUNDRED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79913" y="5980903"/>
            <a:ext cx="71987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EIGHTY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35617" y="5980903"/>
            <a:ext cx="10383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THOUSAND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09750" y="5980903"/>
            <a:ext cx="49207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TWO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37654" y="5980903"/>
            <a:ext cx="92898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HUNDRED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02476" y="5980903"/>
            <a:ext cx="10019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FIFTY-TWO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40226" y="5980903"/>
            <a:ext cx="46470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AND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40761" y="5980903"/>
            <a:ext cx="60154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PAISE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78140" y="5980903"/>
            <a:ext cx="118399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FORTY-FOUR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97967" y="5980903"/>
            <a:ext cx="565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ONLY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74127" y="6505335"/>
            <a:ext cx="54156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NTT's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1525" y="6505335"/>
            <a:ext cx="81984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maximum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407199" y="6505335"/>
            <a:ext cx="60138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liability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944414" y="6505335"/>
            <a:ext cx="30098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for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81228" y="6505335"/>
            <a:ext cx="37391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any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490971" y="6505335"/>
            <a:ext cx="5377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single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64598" y="6505335"/>
            <a:ext cx="2554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155852" y="6505335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292532" y="6505335"/>
            <a:ext cx="66529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number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93663" y="6505335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075903" y="6505335"/>
            <a:ext cx="57401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claims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85750" y="6505335"/>
            <a:ext cx="94767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whatsoever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69254" y="6505335"/>
            <a:ext cx="59236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arising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997456" y="6505335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out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70816" y="6505335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53056" y="6505335"/>
            <a:ext cx="2554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44310" y="6505335"/>
            <a:ext cx="2372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817373" y="6505335"/>
            <a:ext cx="90227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connection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655481" y="6505335"/>
            <a:ext cx="4011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with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992428" y="6505335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265789" y="6505335"/>
            <a:ext cx="102961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performance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231236" y="6505335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413476" y="6505335"/>
            <a:ext cx="5105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these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859899" y="6505335"/>
            <a:ext cx="57401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Terms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369745" y="6505335"/>
            <a:ext cx="3830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and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74127" y="6751163"/>
            <a:ext cx="8839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Conditions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93881" y="6751163"/>
            <a:ext cx="3372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will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266913" y="6751163"/>
            <a:ext cx="2919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494713" y="6751163"/>
            <a:ext cx="58319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limited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013737" y="6751163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to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95977" y="6751163"/>
            <a:ext cx="2919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423778" y="6751163"/>
            <a:ext cx="65628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amount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015894" y="6751163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not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289255" y="6751163"/>
            <a:ext cx="85671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exceeding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081803" y="6751163"/>
            <a:ext cx="43766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50%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455297" y="6751163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637537" y="6751163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910898" y="6751163"/>
            <a:ext cx="65628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amount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503014" y="6751163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685254" y="6751163"/>
            <a:ext cx="41947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fees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040557" y="6751163"/>
            <a:ext cx="3830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and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359478" y="6751163"/>
            <a:ext cx="69266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charges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987977" y="6751163"/>
            <a:ext cx="41947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paid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343280" y="6751163"/>
            <a:ext cx="2827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by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561902" y="6751163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835263" y="6751163"/>
            <a:ext cx="85655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Purchaser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627647" y="6751163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to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809887" y="6751163"/>
            <a:ext cx="4283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NTT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174040" y="6751163"/>
            <a:ext cx="52878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under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638654" y="6751163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912014" y="6751163"/>
            <a:ext cx="69266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relevant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540514" y="6751163"/>
            <a:ext cx="5286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Order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1004964" y="6751163"/>
            <a:ext cx="2372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74127" y="6996991"/>
            <a:ext cx="36473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last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74693" y="6996991"/>
            <a:ext cx="2919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12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02493" y="6996991"/>
            <a:ext cx="69266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months.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74127" y="7488646"/>
            <a:ext cx="4283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NTT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38280" y="7488646"/>
            <a:ext cx="22805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02165" y="7488646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not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75525" y="7488646"/>
            <a:ext cx="4922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liable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403593" y="7488646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to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585833" y="7488646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859194" y="7488646"/>
            <a:ext cx="85655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Purchaser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651578" y="7488646"/>
            <a:ext cx="2372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824641" y="7488646"/>
            <a:ext cx="73822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contract,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498700" y="7488646"/>
            <a:ext cx="2372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671763" y="7488646"/>
            <a:ext cx="39210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tort,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999697" y="7488646"/>
            <a:ext cx="2372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172759" y="7488646"/>
            <a:ext cx="59253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equity,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701125" y="7488646"/>
            <a:ext cx="2827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by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919747" y="7488646"/>
            <a:ext cx="79296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operation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648544" y="7488646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830784" y="7488646"/>
            <a:ext cx="60171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statute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368327" y="7488646"/>
            <a:ext cx="30098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(to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605141" y="7488646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878502" y="7488646"/>
            <a:ext cx="55615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extent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370485" y="7488646"/>
            <a:ext cx="60138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liability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907700" y="7488646"/>
            <a:ext cx="41930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may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262839" y="7488646"/>
            <a:ext cx="2919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be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490639" y="7488646"/>
            <a:ext cx="76559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excluded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192067" y="7488646"/>
            <a:ext cx="2827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by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410690" y="7488646"/>
            <a:ext cx="4101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law)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756651" y="7488646"/>
            <a:ext cx="2554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947905" y="7488646"/>
            <a:ext cx="81099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otherwise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694729" y="7488646"/>
            <a:ext cx="30098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for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931543" y="7488646"/>
            <a:ext cx="37391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any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74127" y="7734473"/>
            <a:ext cx="4102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kind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20253" y="7734473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02493" y="7734473"/>
            <a:ext cx="6379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indirect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276254" y="7734473"/>
            <a:ext cx="2554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467508" y="7734473"/>
            <a:ext cx="112089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consequential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524239" y="7734473"/>
            <a:ext cx="4011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loss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861187" y="7734473"/>
            <a:ext cx="2554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052441" y="7734473"/>
            <a:ext cx="74740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damage,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3735678" y="7734473"/>
            <a:ext cx="4011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loss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072625" y="7734473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254866" y="7734473"/>
            <a:ext cx="96602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opportunity,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156725" y="7734473"/>
            <a:ext cx="4011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loss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493673" y="7734473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675913" y="7734473"/>
            <a:ext cx="74740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revenue,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359150" y="7734473"/>
            <a:ext cx="4011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loss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696098" y="7734473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6878338" y="7734473"/>
            <a:ext cx="47404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profit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288214" y="7734473"/>
            <a:ext cx="2554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479468" y="7734473"/>
            <a:ext cx="90227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anticipated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317576" y="7734473"/>
            <a:ext cx="51960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profit,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8773013" y="7734473"/>
            <a:ext cx="4011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loss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9109961" y="7734473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9292201" y="7734473"/>
            <a:ext cx="82016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contracts,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0048203" y="7734473"/>
            <a:ext cx="4011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loss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0385150" y="7734473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0567391" y="7734473"/>
            <a:ext cx="7472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goodwill,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74127" y="7980301"/>
            <a:ext cx="4011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loss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511075" y="7980301"/>
            <a:ext cx="59236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arising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39277" y="7980301"/>
            <a:ext cx="43749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from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412607" y="7980301"/>
            <a:ext cx="7564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business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2104857" y="7980301"/>
            <a:ext cx="92948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interruption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970171" y="7980301"/>
            <a:ext cx="2554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3161424" y="7980301"/>
            <a:ext cx="60138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liability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3698640" y="7980301"/>
            <a:ext cx="59236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arising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4226841" y="7980301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out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4500202" y="7980301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4682442" y="7980301"/>
            <a:ext cx="2554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4873696" y="7980301"/>
            <a:ext cx="2372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5046758" y="7980301"/>
            <a:ext cx="90227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connection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5884866" y="7980301"/>
            <a:ext cx="4011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with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6221814" y="7980301"/>
            <a:ext cx="7200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pollution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6877682" y="7980301"/>
            <a:ext cx="2554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7068936" y="7980301"/>
            <a:ext cx="112991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contamination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8134681" y="7980301"/>
            <a:ext cx="59236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arising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8662882" y="7980301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out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8936243" y="7980301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9118483" y="7980301"/>
            <a:ext cx="2554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9309737" y="7980301"/>
            <a:ext cx="2372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9482799" y="7980301"/>
            <a:ext cx="90227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connection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0320908" y="7980301"/>
            <a:ext cx="4011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with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10657855" y="7980301"/>
            <a:ext cx="36473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this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74127" y="8226129"/>
            <a:ext cx="89309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agreement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003058" y="8226129"/>
            <a:ext cx="7016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incurred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640571" y="8226129"/>
            <a:ext cx="2554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831825" y="8226129"/>
            <a:ext cx="70184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suffered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2469502" y="8226129"/>
            <a:ext cx="2827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by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2688124" y="8226129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2961485" y="8226129"/>
            <a:ext cx="82000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Customer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3717323" y="8226129"/>
            <a:ext cx="25542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or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3908576" y="8226129"/>
            <a:ext cx="37391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any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4218319" y="8226129"/>
            <a:ext cx="48322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other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4637373" y="8226129"/>
            <a:ext cx="65628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person.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174127" y="8717784"/>
            <a:ext cx="41930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This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529266" y="8717784"/>
            <a:ext cx="6289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Invoice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1094014" y="8717784"/>
            <a:ext cx="22805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is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257899" y="8717784"/>
            <a:ext cx="62891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subject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822647" y="8717784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to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2004887" y="8717784"/>
            <a:ext cx="55074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T&amp;C's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2491462" y="8717784"/>
            <a:ext cx="75641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specified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3183713" y="8717784"/>
            <a:ext cx="2372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3356775" y="8717784"/>
            <a:ext cx="29180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url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3584412" y="8717784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: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3675532" y="8717784"/>
            <a:ext cx="664956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http://hello.global.ntt/-/media/ntt/global/legal/india/ntt-ltd-india-terms-and-conditions-of-sale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174127" y="12313012"/>
            <a:ext cx="93849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Declaration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174127" y="12558840"/>
            <a:ext cx="35555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We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465515" y="12558840"/>
            <a:ext cx="64710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declare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048454" y="12558840"/>
            <a:ext cx="3830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that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367375" y="12558840"/>
            <a:ext cx="6197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invoice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1922945" y="12558840"/>
            <a:ext cx="57417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shows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2432955" y="12558840"/>
            <a:ext cx="54697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actual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915761" y="12558840"/>
            <a:ext cx="46486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price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3316460" y="12558840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498700" y="12558840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3772060" y="12558840"/>
            <a:ext cx="55615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goods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264043" y="12558840"/>
            <a:ext cx="82016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described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020045" y="12558840"/>
            <a:ext cx="3830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and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338965" y="12558840"/>
            <a:ext cx="3830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that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5657886" y="12558840"/>
            <a:ext cx="2736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all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8906129" y="12602884"/>
            <a:ext cx="32818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for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9170148" y="12602884"/>
            <a:ext cx="4283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NTT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9534300" y="12602884"/>
            <a:ext cx="4922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India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9962368" y="12602884"/>
            <a:ext cx="65628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Private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0554485" y="12602884"/>
            <a:ext cx="69250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Limited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174127" y="12804668"/>
            <a:ext cx="86556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particulars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975525" y="12804668"/>
            <a:ext cx="34654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are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1257899" y="12804668"/>
            <a:ext cx="39210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true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1585833" y="12804668"/>
            <a:ext cx="3830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and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1904754" y="12804668"/>
            <a:ext cx="6561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correct.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174127" y="13050495"/>
            <a:ext cx="61072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Please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720684" y="13050495"/>
            <a:ext cx="4922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issue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1148752" y="13050495"/>
            <a:ext cx="64727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cheque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1731855" y="13050495"/>
            <a:ext cx="2372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1904918" y="13050495"/>
            <a:ext cx="56516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favour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2405914" y="13050495"/>
            <a:ext cx="2464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2588154" y="13050495"/>
            <a:ext cx="48649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"NTT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3010486" y="13050495"/>
            <a:ext cx="4650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India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3411349" y="13050495"/>
            <a:ext cx="6197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Private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3966920" y="13050495"/>
            <a:ext cx="7416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Limited".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9467435" y="13586195"/>
            <a:ext cx="9747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Authorised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10377981" y="13586195"/>
            <a:ext cx="86556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Signatory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247876" y="14097311"/>
            <a:ext cx="565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Bank: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3151714" y="14097311"/>
            <a:ext cx="81984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Account: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5183889" y="14097311"/>
            <a:ext cx="4830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IFSC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5602779" y="14097311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#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6867808" y="14097311"/>
            <a:ext cx="56483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IBAN: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9945775" y="14097311"/>
            <a:ext cx="108386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1" i="0">
                <a:solidFill>
                  <a:srgbClr val="000000"/>
                </a:solidFill>
                <a:latin typeface="Helvetica"/>
              </a:defRPr>
            </a:pPr>
            <a:r>
              <a:t>SWIFT-Code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247876" y="14269391"/>
            <a:ext cx="103846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JPMORGAN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1222172" y="14269391"/>
            <a:ext cx="67431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CHASE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1832317" y="14269391"/>
            <a:ext cx="55598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BANK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2324136" y="14269391"/>
            <a:ext cx="42848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N.A.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3151714" y="14269391"/>
            <a:ext cx="3919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INR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3479484" y="14269391"/>
            <a:ext cx="10209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5385178495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5183889" y="14269391"/>
            <a:ext cx="122086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CHAS0INBX01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9945775" y="14269391"/>
            <a:ext cx="9475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CHASINBX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247876" y="14441470"/>
            <a:ext cx="69250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Mumbai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174127" y="14735439"/>
            <a:ext cx="4283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NTT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538280" y="14735439"/>
            <a:ext cx="4650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India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939143" y="14735439"/>
            <a:ext cx="6197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Private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1494713" y="14735439"/>
            <a:ext cx="63792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Limited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174127" y="14907518"/>
            <a:ext cx="33752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5th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447488" y="14907518"/>
            <a:ext cx="47404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floor,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857364" y="14907518"/>
            <a:ext cx="82033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No:143/1,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1613530" y="14907518"/>
            <a:ext cx="73806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Uthamar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2287425" y="14907518"/>
            <a:ext cx="6380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Gandhi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2861351" y="14907518"/>
            <a:ext cx="5014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Road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174127" y="15079597"/>
            <a:ext cx="46503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Opp.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574990" y="15079597"/>
            <a:ext cx="39210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The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902924" y="15079597"/>
            <a:ext cx="4466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Park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1285432" y="15079597"/>
            <a:ext cx="5377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Hotel,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1759060" y="15079597"/>
            <a:ext cx="130281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Nungambakkam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174127" y="15251677"/>
            <a:ext cx="38292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PIN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492884" y="15251677"/>
            <a:ext cx="5014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Code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975689" y="15252496"/>
            <a:ext cx="19167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ArialMT"/>
              </a:defRPr>
            </a:pPr>
            <a:r>
              <a:t>–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1103192" y="15251677"/>
            <a:ext cx="7020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600034,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174127" y="15423756"/>
            <a:ext cx="39193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City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501898" y="15423756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-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602031" y="15423756"/>
            <a:ext cx="7200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Chennai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174127" y="15595835"/>
            <a:ext cx="49239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State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602359" y="15595835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-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702493" y="15595835"/>
            <a:ext cx="51026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Tamil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1148588" y="15595835"/>
            <a:ext cx="50141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Nadu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174127" y="15767915"/>
            <a:ext cx="38292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Tax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492884" y="15767915"/>
            <a:ext cx="66529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number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1094014" y="15767915"/>
            <a:ext cx="2008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3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1230694" y="15767915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-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1330828" y="15767915"/>
            <a:ext cx="163090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33AAACD2145G1Z8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174127" y="15939994"/>
            <a:ext cx="66703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________________________________________________________________________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174127" y="16112073"/>
            <a:ext cx="838361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Corporate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948320" y="16112073"/>
            <a:ext cx="53779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Office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1421948" y="16112073"/>
            <a:ext cx="71085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Address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2068639" y="16112073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: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2159759" y="16112073"/>
            <a:ext cx="47420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1701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2569799" y="16112073"/>
            <a:ext cx="574342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-1704,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3079974" y="16112073"/>
            <a:ext cx="69250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B-Wing,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3708309" y="16112073"/>
            <a:ext cx="464866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ONE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4109008" y="16112073"/>
            <a:ext cx="44667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BKC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4491516" y="16112073"/>
            <a:ext cx="3535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"G"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4780937" y="16112073"/>
            <a:ext cx="555987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Block,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5272756" y="16112073"/>
            <a:ext cx="6380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Bandra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174127" y="16284153"/>
            <a:ext cx="492235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Kurla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602195" y="16284153"/>
            <a:ext cx="801814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Complex,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1339842" y="16284153"/>
            <a:ext cx="63809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Bandra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1913767" y="16284153"/>
            <a:ext cx="592369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(East),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2441969" y="16284153"/>
            <a:ext cx="692503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Mumbai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3070304" y="16284153"/>
            <a:ext cx="1828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-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3170438" y="16284153"/>
            <a:ext cx="38308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400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3489358" y="16284153"/>
            <a:ext cx="428648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051.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3853839" y="16284153"/>
            <a:ext cx="51059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600" b="0" i="0">
                <a:solidFill>
                  <a:srgbClr val="000000"/>
                </a:solidFill>
                <a:latin typeface="Helvetica"/>
              </a:defRPr>
            </a:pPr>
            <a:r>
              <a:t>India.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