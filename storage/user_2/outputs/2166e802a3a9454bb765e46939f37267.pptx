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172489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0040" y="1493566"/>
            <a:ext cx="1861495" cy="860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31268" y="1493566"/>
            <a:ext cx="1796105" cy="860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2325" y="3023638"/>
            <a:ext cx="12358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0603" y="3023638"/>
            <a:ext cx="1194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581" y="3023638"/>
            <a:ext cx="1030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dolor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0101" y="3023638"/>
            <a:ext cx="539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2195" y="3023638"/>
            <a:ext cx="10725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amet,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120" y="3023638"/>
            <a:ext cx="219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consectetur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181" y="3023638"/>
            <a:ext cx="19309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adipiscing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3583" y="3447691"/>
            <a:ext cx="743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9960" y="3447691"/>
            <a:ext cx="10308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3217" y="3447691"/>
            <a:ext cx="519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5399" y="3447691"/>
            <a:ext cx="16245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faucibus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2330" y="3447691"/>
            <a:ext cx="9888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odio.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3583" y="4506173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6650" y="4506173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8101" y="4506173"/>
            <a:ext cx="8741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massa,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1614" y="4506173"/>
            <a:ext cx="13267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266" y="4506173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0780" y="4506173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432" y="4506173"/>
            <a:ext cx="6935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6326" y="4506173"/>
            <a:ext cx="4478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1362" y="4506173"/>
            <a:ext cx="89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9182" y="4506173"/>
            <a:ext cx="10301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molestie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8212" y="4506173"/>
            <a:ext cx="44614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3678" y="4506173"/>
            <a:ext cx="1051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Praesent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93142" y="4506173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3583" y="4807312"/>
            <a:ext cx="7642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varius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3533" y="4807312"/>
            <a:ext cx="6302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0121" y="4807312"/>
            <a:ext cx="8660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2458" y="4807312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2314" y="4807312"/>
            <a:ext cx="9987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porttitor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5647" y="4807312"/>
            <a:ext cx="6483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8367" y="4807312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9873" y="4807312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0476" y="4807312"/>
            <a:ext cx="546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1025" y="4807312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7123" y="4807312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1826" y="4807312"/>
            <a:ext cx="6569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dolor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3366" y="4807312"/>
            <a:ext cx="6453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4365" y="4807312"/>
            <a:ext cx="5687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7714" y="4807312"/>
            <a:ext cx="1088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interdum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3583" y="5108451"/>
            <a:ext cx="16674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15105" y="5108451"/>
            <a:ext cx="11342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Vivamus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39019" y="5108451"/>
            <a:ext cx="1070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dapibus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9264" y="5108451"/>
            <a:ext cx="10299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sodales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8855" y="5108451"/>
            <a:ext cx="4758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ex,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3706" y="5108451"/>
            <a:ext cx="7160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9897" y="5108451"/>
            <a:ext cx="1423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malesuada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2044" y="5108451"/>
            <a:ext cx="84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32993" y="5108451"/>
            <a:ext cx="9030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cursus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3583" y="5409590"/>
            <a:ext cx="1253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convallis.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9872" y="5409590"/>
            <a:ext cx="13123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58109" y="5409590"/>
            <a:ext cx="5377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8548" y="5409590"/>
            <a:ext cx="1058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3184" y="5409590"/>
            <a:ext cx="7885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nulla,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87009" y="5409590"/>
            <a:ext cx="3822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1716" y="5409590"/>
            <a:ext cx="17683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condimentum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4243" y="5409590"/>
            <a:ext cx="64553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orci.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0310" y="5409590"/>
            <a:ext cx="8236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1453" y="5409590"/>
            <a:ext cx="6468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6430" y="5409590"/>
            <a:ext cx="6177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felis,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3583" y="5710728"/>
            <a:ext cx="11363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0374" y="5710728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77645" y="5710728"/>
            <a:ext cx="9286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suscipit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3639" y="5710728"/>
            <a:ext cx="3947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17477" y="5710728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365" y="5710728"/>
            <a:ext cx="5141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35153" y="5710728"/>
            <a:ext cx="505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99552" y="5710728"/>
            <a:ext cx="112133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Curabitur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0425" y="5710728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8460" y="5710728"/>
            <a:ext cx="5792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6423" y="5710728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15630" y="5710728"/>
            <a:ext cx="6917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6520" y="5710728"/>
            <a:ext cx="988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14032" y="5710728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68322" y="5710728"/>
            <a:ext cx="7554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luctus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3583" y="6011867"/>
            <a:ext cx="47625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05182" y="6011867"/>
            <a:ext cx="9210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blandit.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91175" y="6011867"/>
            <a:ext cx="88343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Integer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39957" y="6011867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09366" y="6011867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9915" y="6011867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93209" y="6011867"/>
            <a:ext cx="711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70341" y="6011867"/>
            <a:ext cx="9118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48591" y="6011867"/>
            <a:ext cx="12112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25928" y="6011867"/>
            <a:ext cx="9236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56856" y="6011867"/>
            <a:ext cx="7993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mollis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2811" y="6011867"/>
            <a:ext cx="11021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convallis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73777" y="6011867"/>
            <a:ext cx="8883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50040" y="6313006"/>
            <a:ext cx="4166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77420" y="6313006"/>
            <a:ext cx="12613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accumsan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49926" y="6313006"/>
            <a:ext cx="693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55860" y="6313006"/>
            <a:ext cx="10684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35852" y="6313006"/>
            <a:ext cx="7698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39086" y="6313006"/>
            <a:ext cx="6569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65239" y="6313006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27724" y="6313006"/>
            <a:ext cx="633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31077" y="6313006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05328" y="6313006"/>
            <a:ext cx="5470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felis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22857" y="6313006"/>
            <a:ext cx="10015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95105" y="6313006"/>
            <a:ext cx="9847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49070" y="6313006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28568" y="6313006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63908" y="6313006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63583" y="6614145"/>
            <a:ext cx="7165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tortor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43297" y="6614145"/>
            <a:ext cx="5532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58889" y="6614145"/>
            <a:ext cx="6167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risus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37936" y="6614145"/>
            <a:ext cx="799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99172" y="6614145"/>
            <a:ext cx="16679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8118" y="6614145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01594" y="6614145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69392" y="6614145"/>
            <a:ext cx="14018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ullamcorper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32691" y="6614145"/>
            <a:ext cx="5134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elit.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07199" y="6614145"/>
            <a:ext cx="6586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26900" y="6614145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75660" y="6614145"/>
            <a:ext cx="6922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tellus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30207" y="6614145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57373" y="6614145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63583" y="6915284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68269" y="6915284"/>
            <a:ext cx="9195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tempus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848240" y="6915284"/>
            <a:ext cx="9847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63583" y="7445862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311783" y="7445862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16469" y="7445862"/>
            <a:ext cx="820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lectus,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95773" y="7445862"/>
            <a:ext cx="9118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68000" y="7445862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52361" y="7445862"/>
            <a:ext cx="7191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purus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29923" y="7445862"/>
            <a:ext cx="8595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mattis,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48591" y="7445862"/>
            <a:ext cx="8528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blandit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360805" y="7445862"/>
            <a:ext cx="8531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dictum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173020" y="7445862"/>
            <a:ext cx="761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tellus.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32325" y="7944328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01066" y="7994877"/>
            <a:ext cx="13121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79831" y="7994877"/>
            <a:ext cx="561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707899" y="7994877"/>
            <a:ext cx="806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79460" y="7994877"/>
            <a:ext cx="6162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62379" y="7994877"/>
            <a:ext cx="7859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tellus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13290" y="7994877"/>
            <a:ext cx="110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placerat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87280" y="7994877"/>
            <a:ext cx="9361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varius.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32325" y="8511780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87522" y="8562329"/>
            <a:ext cx="7145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03566" y="8562329"/>
            <a:ext cx="9109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32325" y="907718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01066" y="9127732"/>
            <a:ext cx="9195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Aenean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81252" y="9127732"/>
            <a:ext cx="89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40573" y="9127732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14951" y="9127732"/>
            <a:ext cx="633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08410" y="9127732"/>
            <a:ext cx="329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397073" y="9127732"/>
            <a:ext cx="10419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32325" y="964463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01066" y="9725913"/>
            <a:ext cx="82149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688974" y="9725913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960860" y="9725913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ex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292328" y="9725913"/>
            <a:ext cx="614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875881" y="9725913"/>
            <a:ext cx="6599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02035" y="9725913"/>
            <a:ext cx="11383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06999" y="9725913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54039" y="9725913"/>
            <a:ext cx="6453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65996" y="9725913"/>
            <a:ext cx="6322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65692" y="9725913"/>
            <a:ext cx="9658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facilisis,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96426" y="9725913"/>
            <a:ext cx="511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975022" y="9725913"/>
            <a:ext cx="16003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540298" y="9725913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901066" y="10047537"/>
            <a:ext cx="9574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sagittis.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32325" y="1054600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01066" y="10596552"/>
            <a:ext cx="7098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70455" y="10596552"/>
            <a:ext cx="8595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389122" y="10596552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269093" y="10596552"/>
            <a:ext cx="7246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952893" y="10596552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07182" y="10596552"/>
            <a:ext cx="10989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molestie.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532325" y="111134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Symbol"/>
              </a:defRPr>
            </a:pPr>
            <a:r>
              <a:t>•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901066" y="11164004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049266" y="11164004"/>
            <a:ext cx="10598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tincidunt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068405" y="11164004"/>
            <a:ext cx="4377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65478" y="11164004"/>
            <a:ext cx="934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359646" y="11164004"/>
            <a:ext cx="6935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12472" y="11164004"/>
            <a:ext cx="10950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euismod,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066672" y="11164004"/>
            <a:ext cx="3639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389966" y="11164004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016335" y="11164004"/>
            <a:ext cx="8072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ornare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784239" y="11164004"/>
            <a:ext cx="4377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181312" y="11164004"/>
            <a:ext cx="1205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189613" y="11941280"/>
            <a:ext cx="3322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189613" y="12389916"/>
            <a:ext cx="3322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96138" y="12840600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632646" y="13129447"/>
            <a:ext cx="7929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Column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369719" y="13129447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96138" y="13289235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32646" y="13418294"/>
            <a:ext cx="7929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Column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369719" y="13418294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296138" y="13737870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632646" y="13709190"/>
            <a:ext cx="7929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Column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369719" y="13709190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6138" y="14188554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296138" y="14637190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859493" y="14897357"/>
            <a:ext cx="5034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Row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303826" y="14897357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35368" y="14897357"/>
            <a:ext cx="5034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Row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479702" y="14897357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211244" y="14897357"/>
            <a:ext cx="5034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Row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655577" y="14897357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387119" y="14897357"/>
            <a:ext cx="5034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Row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31452" y="14897357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3583" y="1728321"/>
            <a:ext cx="30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5794" y="1728321"/>
            <a:ext cx="511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2563" y="1728321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1230" y="1728321"/>
            <a:ext cx="6975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1909" y="1728321"/>
            <a:ext cx="5818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8371" y="1728321"/>
            <a:ext cx="1008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0514" y="1728321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201" y="1728321"/>
            <a:ext cx="429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4866" y="1728321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4618" y="1728321"/>
            <a:ext cx="10208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pretium,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655" y="1728321"/>
            <a:ext cx="24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1324" y="1728321"/>
            <a:ext cx="861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3973" y="1728321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3867" y="1728321"/>
            <a:ext cx="984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1059" y="1728321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5694" y="1728321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3583" y="2029460"/>
            <a:ext cx="4377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7004" y="2029460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0408" y="2029460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4824" y="2029460"/>
            <a:ext cx="833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varius,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3166" y="2029460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225" y="2029460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4246" y="2029460"/>
            <a:ext cx="443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1108" y="2029460"/>
            <a:ext cx="8494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5799" y="2029460"/>
            <a:ext cx="5818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2260" y="2029460"/>
            <a:ext cx="9514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pretium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9122" y="2029460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6271" y="2029460"/>
            <a:ext cx="761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771" y="2029460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264" y="2029460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973" y="2029460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6660" y="2029460"/>
            <a:ext cx="992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placerat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3583" y="2330599"/>
            <a:ext cx="3947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02" y="2330599"/>
            <a:ext cx="6586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7683" y="2330599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59404" y="2330599"/>
            <a:ext cx="6354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2445" y="2330599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2956" y="2330599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6541" y="2330599"/>
            <a:ext cx="6371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367" y="2330599"/>
            <a:ext cx="9727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9683" y="2330599"/>
            <a:ext cx="1368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4922" y="2330599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956" y="2330599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4099" y="2330599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2332" y="2330599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4074" y="2330599"/>
            <a:ext cx="71824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6917" y="2330599"/>
            <a:ext cx="7907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mattis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3583" y="2631738"/>
            <a:ext cx="10703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7029" y="2631738"/>
            <a:ext cx="7928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Donec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4288" y="2631738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3010" y="2631738"/>
            <a:ext cx="5055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757" y="2631738"/>
            <a:ext cx="8528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blandit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50168" y="2631738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9594" y="2631738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32311" y="2631738"/>
            <a:ext cx="10015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8646" y="2631738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8852" y="2631738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58372" y="2631738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17929" y="2631738"/>
            <a:ext cx="6483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9351" y="2631738"/>
            <a:ext cx="14842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3583" y="2932876"/>
            <a:ext cx="13267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79345" y="2932876"/>
            <a:ext cx="13095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74457" y="2932876"/>
            <a:ext cx="616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8025" y="2932876"/>
            <a:ext cx="3035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560" y="2932876"/>
            <a:ext cx="97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0117" y="2932876"/>
            <a:ext cx="633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1754" y="2932876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87" y="2932876"/>
            <a:ext cx="3988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8169" y="2932876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87216" y="2932876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81687" y="2932876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6212" y="2932876"/>
            <a:ext cx="48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15023" y="2932876"/>
            <a:ext cx="6468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enim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351" y="2932876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3583" y="3234015"/>
            <a:ext cx="9806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17333" y="3234015"/>
            <a:ext cx="5143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2382" y="3234015"/>
            <a:ext cx="9135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8375" y="3234015"/>
            <a:ext cx="47625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6212" y="3234015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38641" y="3234015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78755" y="3234015"/>
            <a:ext cx="9367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86904" y="3234015"/>
            <a:ext cx="11292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tincidunt.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87351" y="3234015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51986" y="3234015"/>
            <a:ext cx="6319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554" y="3234015"/>
            <a:ext cx="448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74783" y="3234015"/>
            <a:ext cx="9987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porttitor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44880" y="3234015"/>
            <a:ext cx="553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70367" y="3234015"/>
            <a:ext cx="7905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mattis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33324" y="3234015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63583" y="3535154"/>
            <a:ext cx="9585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ultricies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82487" y="3535154"/>
            <a:ext cx="329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1150" y="3535154"/>
            <a:ext cx="786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purus.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16469" y="3535154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27287" y="3535154"/>
            <a:ext cx="8969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82736" y="3535154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7097" y="3535154"/>
            <a:ext cx="667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lacus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93251" y="3535154"/>
            <a:ext cx="3788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30957" y="3535154"/>
            <a:ext cx="8802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cursus.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63583" y="4067781"/>
            <a:ext cx="30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35684" y="4067781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eleifend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74592" y="4067781"/>
            <a:ext cx="5706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10619" y="4067781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18489" y="4067781"/>
            <a:ext cx="711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95621" y="4067781"/>
            <a:ext cx="1261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sollicitudin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21471" y="4067781"/>
            <a:ext cx="10950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euismod.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81480" y="4067781"/>
            <a:ext cx="7188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Fusce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64850" y="4067781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72720" y="4067781"/>
            <a:ext cx="1303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9224" y="4067781"/>
            <a:ext cx="6403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44513" y="4067781"/>
            <a:ext cx="148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63583" y="4368919"/>
            <a:ext cx="11363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62525" y="4368919"/>
            <a:ext cx="75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lectus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76224" y="4368919"/>
            <a:ext cx="5532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91817" y="4368919"/>
            <a:ext cx="14986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52770" y="4368919"/>
            <a:ext cx="12426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56465" y="4368919"/>
            <a:ext cx="9888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08279" y="4368919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15913" y="4368919"/>
            <a:ext cx="10684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volutpat.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47313" y="4368919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914032" y="4368919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82046" y="4368919"/>
            <a:ext cx="9486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63583" y="4670058"/>
            <a:ext cx="6403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24368" y="4670058"/>
            <a:ext cx="148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30707" y="4670058"/>
            <a:ext cx="13097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60881" y="4670058"/>
            <a:ext cx="4781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59911" y="4670058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25212" y="4670058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64550" y="4670058"/>
            <a:ext cx="12280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venenatis.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15137" y="4670058"/>
            <a:ext cx="7289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Etiam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66693" y="4670058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94074" y="4670058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62214" y="4670058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627516" y="4670058"/>
            <a:ext cx="5027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orci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63583" y="4971197"/>
            <a:ext cx="10938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maximus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217784" y="4971197"/>
            <a:ext cx="10273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ultricies.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532325" y="6299291"/>
            <a:ext cx="92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54178" y="6299291"/>
            <a:ext cx="14394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86001" y="6299291"/>
            <a:ext cx="1194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72980" y="6299291"/>
            <a:ext cx="13995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magna,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64979" y="6299291"/>
            <a:ext cx="4368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94194" y="6299291"/>
            <a:ext cx="14394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6017" y="6299291"/>
            <a:ext cx="661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dui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80164" y="6299291"/>
            <a:ext cx="18700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commodo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63583" y="6723343"/>
            <a:ext cx="4168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58426" y="7841234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99658" y="7841234"/>
            <a:ext cx="7631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66103" y="7841234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07335" y="7841234"/>
            <a:ext cx="7631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63983" y="7841234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05214" y="7841234"/>
            <a:ext cx="7631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20943" y="8437366"/>
            <a:ext cx="2465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58426" y="8437366"/>
            <a:ext cx="3091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26225" y="8437366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eleifend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59110" y="8437366"/>
            <a:ext cx="5726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91050" y="8437366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94833" y="8437366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66373" y="8437366"/>
            <a:ext cx="1261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sollicitudin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88136" y="8437366"/>
            <a:ext cx="10950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euismod.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766103" y="8437366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20943" y="9033498"/>
            <a:ext cx="2465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958426" y="9033498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509080" y="9033498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384964" y="9033498"/>
            <a:ext cx="7631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107267" y="9033498"/>
            <a:ext cx="9232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magna,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89603" y="9033498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53530" y="9033498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129629" y="9033498"/>
            <a:ext cx="4416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530789" y="9033498"/>
            <a:ext cx="11768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66103" y="9033498"/>
            <a:ext cx="767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58426" y="9334637"/>
            <a:ext cx="3108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220943" y="9930769"/>
            <a:ext cx="2465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958426" y="9930769"/>
            <a:ext cx="9905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908089" y="9930769"/>
            <a:ext cx="544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412066" y="9930769"/>
            <a:ext cx="10703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volutpat.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766103" y="9930769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20943" y="10526901"/>
            <a:ext cx="2465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958426" y="10526901"/>
            <a:ext cx="7206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Fusce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37494" y="10526901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241277" y="10526901"/>
            <a:ext cx="1303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501974" y="10526901"/>
            <a:ext cx="6403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766103" y="10526901"/>
            <a:ext cx="782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20943" y="11123033"/>
            <a:ext cx="2465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958426" y="11123033"/>
            <a:ext cx="7309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Etiam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648464" y="11123033"/>
            <a:ext cx="10107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18561" y="11123033"/>
            <a:ext cx="7554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luctus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32475" y="11123033"/>
            <a:ext cx="13773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766103" y="11123033"/>
            <a:ext cx="767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63583" y="12194431"/>
            <a:ext cx="7307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Etiam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855342" y="12194431"/>
            <a:ext cx="10107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827160" y="12194431"/>
            <a:ext cx="7554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luctus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544946" y="12194431"/>
            <a:ext cx="13773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85229" y="12194431"/>
            <a:ext cx="30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155394" y="12194431"/>
            <a:ext cx="429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546014" y="12194431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metus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290902" y="12194431"/>
            <a:ext cx="969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congue,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221851" y="12194431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69363" y="12194431"/>
            <a:ext cx="75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lectus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881126" y="12194431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341223" y="12194431"/>
            <a:ext cx="13095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611814" y="12194431"/>
            <a:ext cx="5095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63583" y="12495570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348780" y="12495570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940302" y="12495570"/>
            <a:ext cx="5709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orci,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507089" y="12495570"/>
            <a:ext cx="9503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454816" y="12495570"/>
            <a:ext cx="329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780261" y="12495570"/>
            <a:ext cx="8509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aliquet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627321" y="12495570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989333" y="12495570"/>
            <a:ext cx="7348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amet,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720025" y="12495570"/>
            <a:ext cx="8888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sagittis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606233" y="12495570"/>
            <a:ext cx="24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845639" y="12495570"/>
            <a:ext cx="9232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magna.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764757" y="12495570"/>
            <a:ext cx="9905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751202" y="12495570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342725" y="12495570"/>
            <a:ext cx="7903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quam,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63583" y="12796709"/>
            <a:ext cx="14986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634862" y="12796709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937291" y="12796709"/>
            <a:ext cx="11316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dignissim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042255" y="12796709"/>
            <a:ext cx="6220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quis,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637435" y="12796709"/>
            <a:ext cx="8636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laoreet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474601" y="12796709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041387" y="12796709"/>
            <a:ext cx="5072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521703" y="12796709"/>
            <a:ext cx="9888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483842" y="12796709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003737" y="12796709"/>
            <a:ext cx="10684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volutpat.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045247" y="12796709"/>
            <a:ext cx="6741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Class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693986" y="12796709"/>
            <a:ext cx="8141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aptent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481679" y="12796709"/>
            <a:ext cx="6461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taciti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163583" y="13097848"/>
            <a:ext cx="1046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sociosqu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207245" y="13097848"/>
            <a:ext cx="3773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ad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581947" y="13097848"/>
            <a:ext cx="6633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litora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243377" y="13097848"/>
            <a:ext cx="10352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torquent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274778" y="13097848"/>
            <a:ext cx="4663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per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737241" y="13097848"/>
            <a:ext cx="9597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conubia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695077" y="13097848"/>
            <a:ext cx="861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nostra,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552893" y="13097848"/>
            <a:ext cx="4663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per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015356" y="13097848"/>
            <a:ext cx="10198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inceptos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032560" y="13097848"/>
            <a:ext cx="13592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himenaeos.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387685" y="13097848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735285" y="13097848"/>
            <a:ext cx="14018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ullamcorper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63583" y="13398987"/>
            <a:ext cx="6322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775325" y="13398987"/>
            <a:ext cx="8858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sapien,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638303" y="13398987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922449" y="13398987"/>
            <a:ext cx="8111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cursus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712293" y="13398987"/>
            <a:ext cx="7122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402116" y="13398987"/>
            <a:ext cx="861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240788" y="13398987"/>
            <a:ext cx="662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eget.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883074" y="13398987"/>
            <a:ext cx="10262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Vivamus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888017" y="13398987"/>
            <a:ext cx="799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665601" y="13398987"/>
            <a:ext cx="11454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788633" y="13398987"/>
            <a:ext cx="6651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urna,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433070" y="13398987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735930" y="13398987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0699574" y="13398987"/>
            <a:ext cx="4334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leo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63583" y="13700125"/>
            <a:ext cx="97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098620" y="13700125"/>
            <a:ext cx="933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laoreet.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994723" y="13700125"/>
            <a:ext cx="14515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Suspendisse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408784" y="13700125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153888" y="13700125"/>
            <a:ext cx="546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nisl,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663028" y="13700125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542998" y="13700125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831446" y="13700125"/>
            <a:ext cx="7847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580421" y="13700125"/>
            <a:ext cx="1395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scelerisque,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938988" y="13700125"/>
            <a:ext cx="8090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ornare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712484" y="13700125"/>
            <a:ext cx="427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103104" y="13700125"/>
            <a:ext cx="706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dolor.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0772493" y="13700125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63583" y="14001264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558290" y="14001264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12276" y="14001264"/>
            <a:ext cx="7057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nunc.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387494" y="14001264"/>
            <a:ext cx="148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940940" y="14001264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927600" y="14001264"/>
            <a:ext cx="739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mollis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738308" y="14001264"/>
            <a:ext cx="984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791864" y="14001264"/>
            <a:ext cx="8660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727330" y="14001264"/>
            <a:ext cx="11611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venenatis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959418" y="14001264"/>
            <a:ext cx="11768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63583" y="14302403"/>
            <a:ext cx="12114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334153" y="14302403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003757" y="14302403"/>
            <a:ext cx="5726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535697" y="14302403"/>
            <a:ext cx="8513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neque,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346191" y="14302403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224225" y="14302403"/>
            <a:ext cx="553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737667" y="14302403"/>
            <a:ext cx="7246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21467" y="14302403"/>
            <a:ext cx="6218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002450" y="14302403"/>
            <a:ext cx="9367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7896832" y="14302403"/>
            <a:ext cx="1131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dignissim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987385" y="14302403"/>
            <a:ext cx="8309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ipsum.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777444" y="14302403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086327" y="14302403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0405749" y="14302403"/>
            <a:ext cx="7268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63583" y="14603542"/>
            <a:ext cx="4895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611635" y="14603542"/>
            <a:ext cx="7270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turpis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2297156" y="14603542"/>
            <a:ext cx="1143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3399969" y="14603542"/>
            <a:ext cx="9727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eleifend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333070" y="14603542"/>
            <a:ext cx="3639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656364" y="14603542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282732" y="14603542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5546659" y="14603542"/>
            <a:ext cx="8860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sapien.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2325" y="1216805"/>
            <a:ext cx="12358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0603" y="1216805"/>
            <a:ext cx="1194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7581" y="1216805"/>
            <a:ext cx="1030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dolor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101" y="1216805"/>
            <a:ext cx="539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2195" y="1216805"/>
            <a:ext cx="10725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amet,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120" y="1216805"/>
            <a:ext cx="219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consectetur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8181" y="1216805"/>
            <a:ext cx="19309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adipiscing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4815" y="1640858"/>
            <a:ext cx="743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3583" y="2699340"/>
            <a:ext cx="6599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8560" y="2699340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2614" y="2699340"/>
            <a:ext cx="10157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faucibus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580" y="2699340"/>
            <a:ext cx="632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odio.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1884" y="2699340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298" y="2699340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9097" y="2699340"/>
            <a:ext cx="8741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massa,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9173" y="2699340"/>
            <a:ext cx="13267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1172" y="2699340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1033" y="2699340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033" y="2699340"/>
            <a:ext cx="6935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9275" y="2699340"/>
            <a:ext cx="4478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30873" y="2699340"/>
            <a:ext cx="89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3583" y="3000479"/>
            <a:ext cx="10301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molestie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0463" y="3000479"/>
            <a:ext cx="44614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3993" y="3000479"/>
            <a:ext cx="10537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Praesent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3457" y="3000479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0189" y="3000479"/>
            <a:ext cx="7642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varius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141" y="3000479"/>
            <a:ext cx="6302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0796" y="3000479"/>
            <a:ext cx="8677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5921" y="3000479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781" y="3000479"/>
            <a:ext cx="996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porttitor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3180" y="3000479"/>
            <a:ext cx="6483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903" y="3000479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1476" y="3000479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5082" y="3000479"/>
            <a:ext cx="5442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6698" y="3000479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5799" y="3000479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1354" y="3000479"/>
            <a:ext cx="6569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3583" y="3301618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4364" y="3301618"/>
            <a:ext cx="5687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67063" y="3301618"/>
            <a:ext cx="10886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interdum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1593" y="3301618"/>
            <a:ext cx="16679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5385" y="3301618"/>
            <a:ext cx="10262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Vivamus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9042" y="3301618"/>
            <a:ext cx="9580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dapibus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2361" y="3301618"/>
            <a:ext cx="924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sodales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3846" y="3301618"/>
            <a:ext cx="4338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ex,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1463" y="3301618"/>
            <a:ext cx="6453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2029" y="3301618"/>
            <a:ext cx="12914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malesuada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9397" y="3301618"/>
            <a:ext cx="7631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3583" y="3602757"/>
            <a:ext cx="8113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cursus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4402" y="3602757"/>
            <a:ext cx="11133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convallis.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7865" y="3602757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05107" y="3602757"/>
            <a:ext cx="48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4352" y="3602757"/>
            <a:ext cx="9486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2618" y="3602757"/>
            <a:ext cx="7018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4597" y="3602757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43062" y="3602757"/>
            <a:ext cx="1598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49422" y="3602757"/>
            <a:ext cx="5706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orci.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30190" y="3602757"/>
            <a:ext cx="82149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61118" y="3602757"/>
            <a:ext cx="6468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6095" y="3602757"/>
            <a:ext cx="6177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felis,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3583" y="3903895"/>
            <a:ext cx="11363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0374" y="3903895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77645" y="3903895"/>
            <a:ext cx="9286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suscipit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63639" y="3903895"/>
            <a:ext cx="3947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7477" y="3903895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62365" y="3903895"/>
            <a:ext cx="5141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35153" y="3903895"/>
            <a:ext cx="5052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99552" y="3903895"/>
            <a:ext cx="112133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Curabitur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0425" y="3903895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8460" y="3903895"/>
            <a:ext cx="5792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96423" y="3903895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15630" y="3903895"/>
            <a:ext cx="6917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6520" y="3903895"/>
            <a:ext cx="988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4032" y="3903895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8322" y="3903895"/>
            <a:ext cx="7554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luctus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3583" y="4205034"/>
            <a:ext cx="47625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7333" y="4205034"/>
            <a:ext cx="9210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blandit.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95477" y="4205034"/>
            <a:ext cx="88343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Integer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46410" y="4205034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7755" y="4205034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80455" y="4205034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05685" y="4205034"/>
            <a:ext cx="711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84753" y="4205034"/>
            <a:ext cx="9118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4938" y="4205034"/>
            <a:ext cx="12112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3251" y="4205034"/>
            <a:ext cx="8677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8051" y="4205034"/>
            <a:ext cx="739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mollis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86158" y="4205034"/>
            <a:ext cx="10445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convallis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99275" y="4205034"/>
            <a:ext cx="8307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63583" y="4506173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90964" y="4506173"/>
            <a:ext cx="12037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accumsan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63470" y="4506173"/>
            <a:ext cx="6354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69404" y="4506173"/>
            <a:ext cx="10107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49396" y="4506173"/>
            <a:ext cx="7122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0830" y="4506173"/>
            <a:ext cx="6569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6984" y="4506173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1619" y="4506173"/>
            <a:ext cx="6319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23036" y="4506173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97073" y="4506173"/>
            <a:ext cx="548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felis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14601" y="4506173"/>
            <a:ext cx="10015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86849" y="4506173"/>
            <a:ext cx="9847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40814" y="4506173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20312" y="4506173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55652" y="4506173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3583" y="4807312"/>
            <a:ext cx="7165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tortor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43297" y="4807312"/>
            <a:ext cx="5532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58889" y="4807312"/>
            <a:ext cx="6167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risus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37936" y="4807312"/>
            <a:ext cx="799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99172" y="4807312"/>
            <a:ext cx="16679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28118" y="4807312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01594" y="4807312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9392" y="4807312"/>
            <a:ext cx="14018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ullamcorper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2691" y="4807312"/>
            <a:ext cx="5134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elit.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07199" y="4807312"/>
            <a:ext cx="6586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26900" y="4807312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75660" y="4807312"/>
            <a:ext cx="6922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tellus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30207" y="4807312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57373" y="4807312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63583" y="5108451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68269" y="5108451"/>
            <a:ext cx="9195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tempus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48240" y="5108451"/>
            <a:ext cx="9847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32325" y="5858399"/>
            <a:ext cx="16761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88875" y="5858399"/>
            <a:ext cx="11825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53770" y="5858399"/>
            <a:ext cx="11484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lectus,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3594" y="5858399"/>
            <a:ext cx="13093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775008" y="5858399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55877" y="5858399"/>
            <a:ext cx="10206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purus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56887" y="5858399"/>
            <a:ext cx="11648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mattis,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303099" y="5858399"/>
            <a:ext cx="11831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blandit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22311" y="6235335"/>
            <a:ext cx="11831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dictum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86878" y="6235335"/>
            <a:ext cx="1054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tellus.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63583" y="6722719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17806" y="6722719"/>
            <a:ext cx="5123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94895" y="6722719"/>
            <a:ext cx="7264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86224" y="6722719"/>
            <a:ext cx="5532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03968" y="6722719"/>
            <a:ext cx="6941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tellus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62386" y="6722719"/>
            <a:ext cx="992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placerat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20223" y="6722719"/>
            <a:ext cx="833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varius.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18241" y="6722719"/>
            <a:ext cx="6569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040307" y="6722719"/>
            <a:ext cx="8533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58545" y="6722719"/>
            <a:ext cx="9217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Aenean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744968" y="6722719"/>
            <a:ext cx="9010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610527" y="6722719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492434" y="6722719"/>
            <a:ext cx="6322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63583" y="7023857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57839" y="7023857"/>
            <a:ext cx="10419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464718" y="7023857"/>
            <a:ext cx="8236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52626" y="7023857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2576" y="7023857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54044" y="7023857"/>
            <a:ext cx="614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433306" y="7023857"/>
            <a:ext cx="6599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59459" y="7023857"/>
            <a:ext cx="11363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62273" y="7023857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09312" y="7023857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519118" y="7023857"/>
            <a:ext cx="6322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16664" y="7023857"/>
            <a:ext cx="9658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facilisis,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47398" y="7023857"/>
            <a:ext cx="511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525993" y="7023857"/>
            <a:ext cx="15979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condimentum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63583" y="7324996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55106" y="7324996"/>
            <a:ext cx="957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sagittis.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12728" y="7324996"/>
            <a:ext cx="7098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420834" y="7324996"/>
            <a:ext cx="861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80155" y="7324996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98844" y="7324996"/>
            <a:ext cx="7264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923298" y="7324996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18456" y="7324996"/>
            <a:ext cx="10989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molestie.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15461" y="7324996"/>
            <a:ext cx="1188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703024" y="7324996"/>
            <a:ext cx="10615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tincidunt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762817" y="7324996"/>
            <a:ext cx="439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198393" y="7324996"/>
            <a:ext cx="9367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63583" y="7626135"/>
            <a:ext cx="6917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14474" y="7626135"/>
            <a:ext cx="10948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euismod,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68459" y="7626135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93689" y="7626135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818122" y="7626135"/>
            <a:ext cx="8090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ornare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87532" y="7626135"/>
            <a:ext cx="4377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84605" y="7626135"/>
            <a:ext cx="1205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63583" y="8156713"/>
            <a:ext cx="30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45794" y="8156713"/>
            <a:ext cx="511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932563" y="8156713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751230" y="8156713"/>
            <a:ext cx="6975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421909" y="8156713"/>
            <a:ext cx="5818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78371" y="8156713"/>
            <a:ext cx="1008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960514" y="8156713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312201" y="8156713"/>
            <a:ext cx="429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714866" y="8156713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064618" y="8156713"/>
            <a:ext cx="10208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pretium,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056655" y="8156713"/>
            <a:ext cx="24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271324" y="8156713"/>
            <a:ext cx="861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103973" y="8156713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23867" y="8156713"/>
            <a:ext cx="984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81059" y="8156713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145694" y="8156713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63583" y="8457852"/>
            <a:ext cx="4377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77004" y="8457852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910408" y="8457852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454824" y="8457852"/>
            <a:ext cx="833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varius,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263166" y="8457852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543225" y="8457852"/>
            <a:ext cx="7864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304246" y="8457852"/>
            <a:ext cx="443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721108" y="8457852"/>
            <a:ext cx="8494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545799" y="8457852"/>
            <a:ext cx="5818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02260" y="8457852"/>
            <a:ext cx="9514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pretium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029122" y="8457852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786271" y="8457852"/>
            <a:ext cx="761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ligula,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22771" y="8457852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823264" y="8457852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784973" y="8457852"/>
            <a:ext cx="3781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136660" y="8457852"/>
            <a:ext cx="992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placerat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63583" y="8758991"/>
            <a:ext cx="3947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et.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572702" y="8758991"/>
            <a:ext cx="6586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247683" y="8758991"/>
            <a:ext cx="496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759404" y="8758991"/>
            <a:ext cx="6354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412445" y="8758991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792956" y="8758991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76541" y="8758991"/>
            <a:ext cx="6371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129367" y="8758991"/>
            <a:ext cx="9727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119683" y="8758991"/>
            <a:ext cx="1368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504922" y="8758991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872956" y="8758991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4099" y="8758991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992332" y="8758991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9604074" y="8758991"/>
            <a:ext cx="71824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tortor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336917" y="8758991"/>
            <a:ext cx="7907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mattis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63583" y="9060129"/>
            <a:ext cx="10703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207029" y="9060129"/>
            <a:ext cx="7928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Donec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974288" y="9060129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543010" y="9060129"/>
            <a:ext cx="5055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est,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023757" y="9060129"/>
            <a:ext cx="8528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blandit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850168" y="9060129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189594" y="9060129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832311" y="9060129"/>
            <a:ext cx="10015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tristique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808646" y="9060129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278852" y="9060129"/>
            <a:ext cx="8062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lacinia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058372" y="9060129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017929" y="9060129"/>
            <a:ext cx="6483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arcu.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639351" y="9060129"/>
            <a:ext cx="14842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163583" y="9361268"/>
            <a:ext cx="13267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479345" y="9361268"/>
            <a:ext cx="13095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774457" y="9361268"/>
            <a:ext cx="616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erat,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378025" y="9361268"/>
            <a:ext cx="3035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670560" y="9361268"/>
            <a:ext cx="97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630117" y="9361268"/>
            <a:ext cx="633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251754" y="9361268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223787" y="9361268"/>
            <a:ext cx="3988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608169" y="9361268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187216" y="9361268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481687" y="9361268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036212" y="9361268"/>
            <a:ext cx="48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515023" y="9361268"/>
            <a:ext cx="6468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enim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149351" y="9361268"/>
            <a:ext cx="97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163583" y="9662407"/>
            <a:ext cx="9806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117333" y="9662407"/>
            <a:ext cx="5143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02382" y="9662407"/>
            <a:ext cx="9135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lobortis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488375" y="9662407"/>
            <a:ext cx="47625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936212" y="9662407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238641" y="9662407"/>
            <a:ext cx="5676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eros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778755" y="9662407"/>
            <a:ext cx="9367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686904" y="9662407"/>
            <a:ext cx="11292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tincidunt.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787351" y="9662407"/>
            <a:ext cx="5921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351986" y="9662407"/>
            <a:ext cx="6319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955554" y="9662407"/>
            <a:ext cx="448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mi,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374783" y="9662407"/>
            <a:ext cx="9987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porttitor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9344880" y="9662407"/>
            <a:ext cx="553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870367" y="9662407"/>
            <a:ext cx="7905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mattis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633324" y="9662407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63583" y="9963546"/>
            <a:ext cx="9585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ultricies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082487" y="9963546"/>
            <a:ext cx="329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371150" y="9963546"/>
            <a:ext cx="786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purus.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116469" y="9963546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427287" y="9963546"/>
            <a:ext cx="8969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facilisis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282736" y="9963546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567097" y="9963546"/>
            <a:ext cx="667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lacus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193251" y="9963546"/>
            <a:ext cx="3788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eu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530957" y="9963546"/>
            <a:ext cx="8802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cursus.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532325" y="10713494"/>
            <a:ext cx="399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913194" y="10713494"/>
            <a:ext cx="13477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eleifend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241974" y="10713494"/>
            <a:ext cx="7652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velit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988634" y="10713494"/>
            <a:ext cx="8550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826087" y="10713494"/>
            <a:ext cx="9996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808742" y="10713494"/>
            <a:ext cx="18370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sollicitudin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628522" y="10713494"/>
            <a:ext cx="15476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Arial"/>
              </a:defRPr>
            </a:pPr>
            <a:r>
              <a:t>euismod.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163583" y="11200878"/>
            <a:ext cx="7186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Fusce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881584" y="11200878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524301" y="11200878"/>
            <a:ext cx="1303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825866" y="11200878"/>
            <a:ext cx="6403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466216" y="11200878"/>
            <a:ext cx="14844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949970" y="11200878"/>
            <a:ext cx="11363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vulputate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085693" y="11200878"/>
            <a:ext cx="7515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lectus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7836605" y="11200878"/>
            <a:ext cx="5532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389194" y="11200878"/>
            <a:ext cx="14986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887145" y="11200878"/>
            <a:ext cx="12405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commodo.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63583" y="11502017"/>
            <a:ext cx="9888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2176916" y="11502017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2748004" y="11502017"/>
            <a:ext cx="10684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volutpat.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840923" y="11502017"/>
            <a:ext cx="1305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Vestibulum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170881" y="11502017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500198" y="11502017"/>
            <a:ext cx="9503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474382" y="11502017"/>
            <a:ext cx="6423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velit.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139253" y="11502017"/>
            <a:ext cx="14842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8649249" y="11502017"/>
            <a:ext cx="13095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981358" y="11502017"/>
            <a:ext cx="4781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482539" y="11502017"/>
            <a:ext cx="6453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163583" y="11803156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117333" y="11803156"/>
            <a:ext cx="12280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venenatis.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382116" y="11803156"/>
            <a:ext cx="7309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Etiam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149805" y="11803156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4491382" y="11803156"/>
            <a:ext cx="846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mauris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375870" y="11803156"/>
            <a:ext cx="643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vitae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057519" y="11803156"/>
            <a:ext cx="5009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orci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595697" y="11803156"/>
            <a:ext cx="10940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maximus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727979" y="11803156"/>
            <a:ext cx="10273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ultricies.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8792075" y="11803156"/>
            <a:ext cx="5904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Cras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9420595" y="11803156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0374129" y="11803156"/>
            <a:ext cx="7634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163583" y="12104295"/>
            <a:ext cx="9232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magna,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045920" y="12104295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309847" y="12104295"/>
            <a:ext cx="9167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185946" y="12104295"/>
            <a:ext cx="4416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587106" y="12104295"/>
            <a:ext cx="11768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723474" y="12104295"/>
            <a:ext cx="3091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163583" y="12634873"/>
            <a:ext cx="73071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Etiam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855342" y="12634873"/>
            <a:ext cx="10107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vehicula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827160" y="12634873"/>
            <a:ext cx="7554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luctus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3544946" y="12634873"/>
            <a:ext cx="13773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fermentum.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885229" y="12634873"/>
            <a:ext cx="30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5155394" y="12634873"/>
            <a:ext cx="429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546014" y="12634873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metus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290902" y="12634873"/>
            <a:ext cx="969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congue,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7221851" y="12634873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169363" y="12634873"/>
            <a:ext cx="75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lectus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8881126" y="12634873"/>
            <a:ext cx="4971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vel,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341223" y="12634873"/>
            <a:ext cx="130955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fermentum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611814" y="12634873"/>
            <a:ext cx="50959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dui.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163583" y="12936011"/>
            <a:ext cx="1187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Maecenas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348780" y="12936011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2940302" y="12936011"/>
            <a:ext cx="5709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orci,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507089" y="12936011"/>
            <a:ext cx="9503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egestas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4454816" y="12936011"/>
            <a:ext cx="329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780261" y="12936011"/>
            <a:ext cx="8509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aliquet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627321" y="12936011"/>
            <a:ext cx="3659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989333" y="12936011"/>
            <a:ext cx="7348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amet,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6720025" y="12936011"/>
            <a:ext cx="8888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sagittis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606233" y="12936011"/>
            <a:ext cx="2413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7845639" y="12936011"/>
            <a:ext cx="9232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magna.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64757" y="12936011"/>
            <a:ext cx="9905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9751202" y="12936011"/>
            <a:ext cx="5941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ante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342725" y="12936011"/>
            <a:ext cx="7903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quam,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163583" y="13237150"/>
            <a:ext cx="14986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2634862" y="13237150"/>
            <a:ext cx="3310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2937291" y="13237150"/>
            <a:ext cx="11316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dignissim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042255" y="13237150"/>
            <a:ext cx="6220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quis,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4637435" y="13237150"/>
            <a:ext cx="8636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laoreet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474601" y="13237150"/>
            <a:ext cx="595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041387" y="13237150"/>
            <a:ext cx="5072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est.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6521703" y="13237150"/>
            <a:ext cx="9888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Aliquam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7483842" y="13237150"/>
            <a:ext cx="5463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erat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003737" y="13237150"/>
            <a:ext cx="10684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volutpat.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9045247" y="13237150"/>
            <a:ext cx="6741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Class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9693986" y="13237150"/>
            <a:ext cx="8141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aptent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0481679" y="13237150"/>
            <a:ext cx="6461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taciti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163583" y="13538289"/>
            <a:ext cx="1046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sociosqu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207245" y="13538289"/>
            <a:ext cx="3773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ad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581947" y="13538289"/>
            <a:ext cx="6633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litora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3243377" y="13538289"/>
            <a:ext cx="10352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torquent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274778" y="13538289"/>
            <a:ext cx="4663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per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4737241" y="13538289"/>
            <a:ext cx="9597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conubia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5695077" y="13538289"/>
            <a:ext cx="861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nostra,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552893" y="13538289"/>
            <a:ext cx="4663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per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7015356" y="13538289"/>
            <a:ext cx="10198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inceptos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8032560" y="13538289"/>
            <a:ext cx="13592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himenaeos.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9387685" y="13538289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9735285" y="13538289"/>
            <a:ext cx="14018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ullamcorper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63583" y="13839428"/>
            <a:ext cx="6322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justo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75325" y="13839428"/>
            <a:ext cx="8858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sapien,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2638303" y="13839428"/>
            <a:ext cx="3052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2922449" y="13839428"/>
            <a:ext cx="8111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cursus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3712293" y="13839428"/>
            <a:ext cx="7122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libero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4402116" y="13839428"/>
            <a:ext cx="861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viverra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5240788" y="13839428"/>
            <a:ext cx="6629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eget.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5883074" y="13839428"/>
            <a:ext cx="10262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Vivamus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6888017" y="13839428"/>
            <a:ext cx="799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auctor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7665601" y="13839428"/>
            <a:ext cx="11454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8788633" y="13839428"/>
            <a:ext cx="6651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urna,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433070" y="13839428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9735930" y="13839428"/>
            <a:ext cx="9860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699574" y="13839428"/>
            <a:ext cx="4334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leo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163583" y="14140567"/>
            <a:ext cx="97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posuere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098620" y="14140567"/>
            <a:ext cx="9331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laoreet.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994723" y="14140567"/>
            <a:ext cx="14515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Suspendisse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408784" y="14140567"/>
            <a:ext cx="7825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153888" y="14140567"/>
            <a:ext cx="546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nisl,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5663028" y="14140567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542998" y="14140567"/>
            <a:ext cx="3252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at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831446" y="14140567"/>
            <a:ext cx="7847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iaculis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7580421" y="14140567"/>
            <a:ext cx="1395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scelerisque,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938988" y="14140567"/>
            <a:ext cx="8090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ornare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712484" y="14140567"/>
            <a:ext cx="427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103104" y="14140567"/>
            <a:ext cx="706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dolor.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0772493" y="14140567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163583" y="14441705"/>
            <a:ext cx="3269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et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558290" y="14441705"/>
            <a:ext cx="9843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pulvinar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612276" y="14441705"/>
            <a:ext cx="7057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nunc.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3387494" y="14441705"/>
            <a:ext cx="148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Pellentesque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4940940" y="14441705"/>
            <a:ext cx="9169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fringilla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5927600" y="14441705"/>
            <a:ext cx="739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mollis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6738308" y="14441705"/>
            <a:ext cx="9841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efficitur.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7791864" y="14441705"/>
            <a:ext cx="8660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Nullam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8727330" y="14441705"/>
            <a:ext cx="116113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venenatis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9959418" y="14441705"/>
            <a:ext cx="11768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commodo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163583" y="14742844"/>
            <a:ext cx="12114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imperdiet.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334153" y="14742844"/>
            <a:ext cx="712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Morbi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003757" y="14742844"/>
            <a:ext cx="5726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velit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535697" y="14742844"/>
            <a:ext cx="8513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neque,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346191" y="14742844"/>
            <a:ext cx="9204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semper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224225" y="14742844"/>
            <a:ext cx="553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737667" y="14742844"/>
            <a:ext cx="7246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6421467" y="14742844"/>
            <a:ext cx="6218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quis,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7002450" y="14742844"/>
            <a:ext cx="9367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efficitur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7896832" y="14742844"/>
            <a:ext cx="1131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dignissim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987385" y="14742844"/>
            <a:ext cx="8309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ipsum.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777444" y="14742844"/>
            <a:ext cx="351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Ut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0086327" y="14742844"/>
            <a:ext cx="359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ac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405749" y="14742844"/>
            <a:ext cx="7268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lorem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163583" y="15043983"/>
            <a:ext cx="4895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611635" y="15043983"/>
            <a:ext cx="7270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turpis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2297156" y="15043983"/>
            <a:ext cx="1143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imperdiet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3399969" y="15043983"/>
            <a:ext cx="9727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eleifend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333070" y="15043983"/>
            <a:ext cx="3639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sit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4656364" y="15043983"/>
            <a:ext cx="667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amet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5282732" y="15043983"/>
            <a:ext cx="3054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5546659" y="15043983"/>
            <a:ext cx="8860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sapien.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