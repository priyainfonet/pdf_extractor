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1724465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1" cy="17244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1" cy="17244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